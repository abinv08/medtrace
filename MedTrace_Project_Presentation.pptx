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22A4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37383"/>
                </a:solidFill>
                <a:latin typeface="Noto Sans"/>
                <a:cs typeface="Noto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908B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22A4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37383"/>
                </a:solidFill>
                <a:latin typeface="Noto Sans"/>
                <a:cs typeface="Noto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908B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22A4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37383"/>
                </a:solidFill>
                <a:latin typeface="Noto Sans"/>
                <a:cs typeface="Noto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908B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22A4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37383"/>
                </a:solidFill>
                <a:latin typeface="Noto Sans"/>
                <a:cs typeface="Noto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908B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37383"/>
                </a:solidFill>
                <a:latin typeface="Noto Sans"/>
                <a:cs typeface="Noto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908B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F3F7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2940" y="288988"/>
            <a:ext cx="10188575" cy="45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22A49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1224" y="1138320"/>
            <a:ext cx="11241405" cy="4679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8660" y="6579456"/>
            <a:ext cx="1937385" cy="16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637383"/>
                </a:solidFill>
                <a:latin typeface="Noto Sans"/>
                <a:cs typeface="Noto Sans"/>
              </a:defRPr>
            </a:lvl1pPr>
          </a:lstStyle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96065" y="6540767"/>
            <a:ext cx="270509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00908B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34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22A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91540" y="791895"/>
            <a:ext cx="19805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5" dirty="0">
                <a:solidFill>
                  <a:srgbClr val="85D9D1"/>
                </a:solidFill>
                <a:latin typeface="Arial Black"/>
                <a:cs typeface="Arial Black"/>
              </a:rPr>
              <a:t>MCA</a:t>
            </a:r>
            <a:r>
              <a:rPr sz="1200" spc="-60" dirty="0">
                <a:solidFill>
                  <a:srgbClr val="85D9D1"/>
                </a:solidFill>
                <a:latin typeface="Arial Black"/>
                <a:cs typeface="Arial Black"/>
              </a:rPr>
              <a:t> </a:t>
            </a:r>
            <a:r>
              <a:rPr sz="1200" spc="-80" dirty="0">
                <a:solidFill>
                  <a:srgbClr val="85D9D1"/>
                </a:solidFill>
                <a:latin typeface="Arial Black"/>
                <a:cs typeface="Arial Black"/>
              </a:rPr>
              <a:t>FINAL-</a:t>
            </a:r>
            <a:r>
              <a:rPr sz="1200" spc="-170" dirty="0">
                <a:solidFill>
                  <a:srgbClr val="85D9D1"/>
                </a:solidFill>
                <a:latin typeface="Arial Black"/>
                <a:cs typeface="Arial Black"/>
              </a:rPr>
              <a:t>YEAR</a:t>
            </a:r>
            <a:r>
              <a:rPr sz="1200" spc="-55" dirty="0">
                <a:solidFill>
                  <a:srgbClr val="85D9D1"/>
                </a:solidFill>
                <a:latin typeface="Arial Black"/>
                <a:cs typeface="Arial Black"/>
              </a:rPr>
              <a:t> </a:t>
            </a:r>
            <a:r>
              <a:rPr sz="1200" spc="-165" dirty="0">
                <a:solidFill>
                  <a:srgbClr val="85D9D1"/>
                </a:solidFill>
                <a:latin typeface="Arial Black"/>
                <a:cs typeface="Arial Black"/>
              </a:rPr>
              <a:t>PROJECT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39" name="object 39" descr="$PPTXTitle"/>
          <p:cNvSpPr txBox="1">
            <a:spLocks noGrp="1"/>
          </p:cNvSpPr>
          <p:nvPr>
            <p:ph type="title"/>
          </p:nvPr>
        </p:nvSpPr>
        <p:spPr>
          <a:xfrm>
            <a:off x="791540" y="1431619"/>
            <a:ext cx="260731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340" dirty="0">
                <a:solidFill>
                  <a:srgbClr val="FFFFFF"/>
                </a:solidFill>
              </a:rPr>
              <a:t>MedTrace</a:t>
            </a:r>
            <a:endParaRPr sz="4200"/>
          </a:p>
        </p:txBody>
      </p:sp>
      <p:sp>
        <p:nvSpPr>
          <p:cNvPr id="40" name="object 40"/>
          <p:cNvSpPr txBox="1"/>
          <p:nvPr/>
        </p:nvSpPr>
        <p:spPr>
          <a:xfrm>
            <a:off x="809904" y="2328808"/>
            <a:ext cx="5711190" cy="852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sz="2300" spc="-110" dirty="0">
                <a:solidFill>
                  <a:srgbClr val="FFFFFF"/>
                </a:solidFill>
                <a:latin typeface="Arial Black"/>
                <a:cs typeface="Arial Black"/>
              </a:rPr>
              <a:t>AI-</a:t>
            </a:r>
            <a:r>
              <a:rPr sz="2300" spc="-185" dirty="0">
                <a:solidFill>
                  <a:srgbClr val="FFFFFF"/>
                </a:solidFill>
                <a:latin typeface="Arial Black"/>
                <a:cs typeface="Arial Black"/>
              </a:rPr>
              <a:t>Based</a:t>
            </a:r>
            <a:r>
              <a:rPr sz="2300" spc="-1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300" spc="-145" dirty="0">
                <a:solidFill>
                  <a:srgbClr val="FFFFFF"/>
                </a:solidFill>
                <a:latin typeface="Arial Black"/>
                <a:cs typeface="Arial Black"/>
              </a:rPr>
              <a:t>Clinical</a:t>
            </a:r>
            <a:r>
              <a:rPr sz="23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300" spc="-114" dirty="0">
                <a:solidFill>
                  <a:srgbClr val="FFFFFF"/>
                </a:solidFill>
                <a:latin typeface="Arial Black"/>
                <a:cs typeface="Arial Black"/>
              </a:rPr>
              <a:t>Intelligence</a:t>
            </a:r>
            <a:r>
              <a:rPr sz="23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300" spc="-380" dirty="0">
                <a:solidFill>
                  <a:srgbClr val="FFFFFF"/>
                </a:solidFill>
                <a:latin typeface="Arial Black"/>
                <a:cs typeface="Arial Black"/>
              </a:rPr>
              <a:t>&amp; </a:t>
            </a:r>
            <a:r>
              <a:rPr sz="2300" spc="-170" dirty="0">
                <a:solidFill>
                  <a:srgbClr val="FFFFFF"/>
                </a:solidFill>
                <a:latin typeface="Arial Black"/>
                <a:cs typeface="Arial Black"/>
              </a:rPr>
              <a:t>Contactless</a:t>
            </a:r>
            <a:r>
              <a:rPr sz="23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300" spc="-110" dirty="0">
                <a:solidFill>
                  <a:srgbClr val="FFFFFF"/>
                </a:solidFill>
                <a:latin typeface="Arial Black"/>
                <a:cs typeface="Arial Black"/>
              </a:rPr>
              <a:t>Patient</a:t>
            </a:r>
            <a:r>
              <a:rPr sz="2300" spc="-1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300" spc="-60" dirty="0">
                <a:solidFill>
                  <a:srgbClr val="FFFFFF"/>
                </a:solidFill>
                <a:latin typeface="Arial Black"/>
                <a:cs typeface="Arial Black"/>
              </a:rPr>
              <a:t>Monitoring</a:t>
            </a:r>
            <a:r>
              <a:rPr sz="23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300" spc="-155" dirty="0">
                <a:solidFill>
                  <a:srgbClr val="FFFFFF"/>
                </a:solidFill>
                <a:latin typeface="Arial Black"/>
                <a:cs typeface="Arial Black"/>
              </a:rPr>
              <a:t>System</a:t>
            </a:r>
            <a:endParaRPr sz="2300">
              <a:latin typeface="Arial Black"/>
              <a:cs typeface="Arial Black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32599" y="3544176"/>
            <a:ext cx="866775" cy="143510"/>
            <a:chOff x="732599" y="3544176"/>
            <a:chExt cx="866775" cy="143510"/>
          </a:xfrm>
        </p:grpSpPr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2599" y="3544176"/>
              <a:ext cx="866165" cy="14330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77240" y="3565804"/>
              <a:ext cx="777240" cy="54610"/>
            </a:xfrm>
            <a:custGeom>
              <a:avLst/>
              <a:gdLst/>
              <a:ahLst/>
              <a:cxnLst/>
              <a:rect l="l" t="t" r="r" b="b"/>
              <a:pathLst>
                <a:path w="777240" h="54610">
                  <a:moveTo>
                    <a:pt x="776884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388442" y="54356"/>
                  </a:lnTo>
                  <a:lnTo>
                    <a:pt x="776884" y="54356"/>
                  </a:lnTo>
                  <a:lnTo>
                    <a:pt x="776884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77240" y="3565804"/>
              <a:ext cx="777240" cy="54610"/>
            </a:xfrm>
            <a:custGeom>
              <a:avLst/>
              <a:gdLst/>
              <a:ahLst/>
              <a:cxnLst/>
              <a:rect l="l" t="t" r="r" b="b"/>
              <a:pathLst>
                <a:path w="777240" h="54610">
                  <a:moveTo>
                    <a:pt x="388442" y="54356"/>
                  </a:moveTo>
                  <a:lnTo>
                    <a:pt x="0" y="54356"/>
                  </a:lnTo>
                  <a:lnTo>
                    <a:pt x="0" y="0"/>
                  </a:lnTo>
                  <a:lnTo>
                    <a:pt x="776884" y="0"/>
                  </a:lnTo>
                  <a:lnTo>
                    <a:pt x="776884" y="54356"/>
                  </a:lnTo>
                  <a:lnTo>
                    <a:pt x="388442" y="54356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09904" y="3883134"/>
            <a:ext cx="4868545" cy="8525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52725">
              <a:lnSpc>
                <a:spcPct val="129800"/>
              </a:lnSpc>
              <a:spcBef>
                <a:spcPts val="100"/>
              </a:spcBef>
            </a:pPr>
            <a:r>
              <a:rPr sz="1400" dirty="0">
                <a:solidFill>
                  <a:srgbClr val="DBE7EF"/>
                </a:solidFill>
                <a:latin typeface="Noto Sans"/>
                <a:cs typeface="Noto Sans"/>
              </a:rPr>
              <a:t>Student:</a:t>
            </a:r>
            <a:r>
              <a:rPr sz="1400" spc="-10" dirty="0">
                <a:solidFill>
                  <a:srgbClr val="DBE7EF"/>
                </a:solidFill>
                <a:latin typeface="Noto Sans"/>
                <a:cs typeface="Noto Sans"/>
              </a:rPr>
              <a:t> </a:t>
            </a:r>
            <a:r>
              <a:rPr lang="en-US" sz="1400" spc="-10" dirty="0">
                <a:solidFill>
                  <a:srgbClr val="DBE7EF"/>
                </a:solidFill>
                <a:latin typeface="Noto Sans"/>
                <a:cs typeface="Noto Sans"/>
              </a:rPr>
              <a:t>Abin Thomas</a:t>
            </a:r>
            <a:r>
              <a:rPr sz="1400" spc="-10" dirty="0">
                <a:solidFill>
                  <a:srgbClr val="DBE7EF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DBE7EF"/>
                </a:solidFill>
                <a:latin typeface="Noto Sans"/>
                <a:cs typeface="Noto Sans"/>
              </a:rPr>
              <a:t>Roll</a:t>
            </a:r>
            <a:r>
              <a:rPr sz="1400" spc="-25" dirty="0">
                <a:solidFill>
                  <a:srgbClr val="DBE7EF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DBE7EF"/>
                </a:solidFill>
                <a:latin typeface="Noto Sans"/>
                <a:cs typeface="Noto Sans"/>
              </a:rPr>
              <a:t>No:</a:t>
            </a:r>
            <a:r>
              <a:rPr sz="1400" spc="-25" dirty="0">
                <a:solidFill>
                  <a:srgbClr val="DBE7EF"/>
                </a:solidFill>
                <a:latin typeface="Noto Sans"/>
                <a:cs typeface="Noto Sans"/>
              </a:rPr>
              <a:t> </a:t>
            </a:r>
            <a:r>
              <a:rPr lang="en-US" sz="1400" spc="-10" dirty="0">
                <a:solidFill>
                  <a:srgbClr val="DBE7EF"/>
                </a:solidFill>
                <a:latin typeface="Noto Sans"/>
                <a:cs typeface="Noto Sans"/>
              </a:rPr>
              <a:t>AJC22MCA-I005</a:t>
            </a:r>
            <a:endParaRPr sz="1400" dirty="0">
              <a:latin typeface="Noto Sans"/>
              <a:cs typeface="Noto Sans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400" dirty="0">
                <a:solidFill>
                  <a:srgbClr val="DBE7EF"/>
                </a:solidFill>
                <a:latin typeface="Noto Sans"/>
                <a:cs typeface="Noto Sans"/>
              </a:rPr>
              <a:t>Academic</a:t>
            </a:r>
            <a:r>
              <a:rPr sz="1400" spc="-40" dirty="0">
                <a:solidFill>
                  <a:srgbClr val="DBE7EF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DBE7EF"/>
                </a:solidFill>
                <a:latin typeface="Noto Sans"/>
                <a:cs typeface="Noto Sans"/>
              </a:rPr>
              <a:t>Year:</a:t>
            </a:r>
            <a:r>
              <a:rPr sz="1400" spc="-45" dirty="0">
                <a:solidFill>
                  <a:srgbClr val="DBE7EF"/>
                </a:solidFill>
                <a:latin typeface="Noto Sans"/>
                <a:cs typeface="Noto Sans"/>
              </a:rPr>
              <a:t> </a:t>
            </a:r>
            <a:r>
              <a:rPr lang="en-US" sz="1400" spc="-10" dirty="0">
                <a:solidFill>
                  <a:srgbClr val="DBE7EF"/>
                </a:solidFill>
                <a:latin typeface="Noto Sans"/>
                <a:cs typeface="Noto Sans"/>
              </a:rPr>
              <a:t>2022</a:t>
            </a:r>
            <a:endParaRPr sz="1400" dirty="0">
              <a:latin typeface="Noto Sans"/>
              <a:cs typeface="Noto San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09904" y="6369748"/>
            <a:ext cx="43472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85D9D1"/>
                </a:solidFill>
                <a:latin typeface="Noto Sans"/>
                <a:cs typeface="Noto Sans"/>
              </a:rPr>
              <a:t>Single-</a:t>
            </a:r>
            <a:r>
              <a:rPr sz="1000" dirty="0">
                <a:solidFill>
                  <a:srgbClr val="85D9D1"/>
                </a:solidFill>
                <a:latin typeface="Noto Sans"/>
                <a:cs typeface="Noto Sans"/>
              </a:rPr>
              <a:t>hospital</a:t>
            </a:r>
            <a:r>
              <a:rPr sz="1000" spc="-15" dirty="0">
                <a:solidFill>
                  <a:srgbClr val="85D9D1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85D9D1"/>
                </a:solidFill>
                <a:latin typeface="Noto Sans"/>
                <a:cs typeface="Noto Sans"/>
              </a:rPr>
              <a:t>platform</a:t>
            </a:r>
            <a:r>
              <a:rPr sz="1000" spc="229" dirty="0">
                <a:solidFill>
                  <a:srgbClr val="85D9D1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85D9D1"/>
                </a:solidFill>
                <a:latin typeface="Noto Sans"/>
                <a:cs typeface="Noto Sans"/>
              </a:rPr>
              <a:t>|</a:t>
            </a:r>
            <a:r>
              <a:rPr sz="1000" spc="235" dirty="0">
                <a:solidFill>
                  <a:srgbClr val="85D9D1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85D9D1"/>
                </a:solidFill>
                <a:latin typeface="Noto Sans"/>
                <a:cs typeface="Noto Sans"/>
              </a:rPr>
              <a:t>AI</a:t>
            </a:r>
            <a:r>
              <a:rPr sz="1000" spc="-15" dirty="0">
                <a:solidFill>
                  <a:srgbClr val="85D9D1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85D9D1"/>
                </a:solidFill>
                <a:latin typeface="Noto Sans"/>
                <a:cs typeface="Noto Sans"/>
              </a:rPr>
              <a:t>assistance</a:t>
            </a:r>
            <a:r>
              <a:rPr sz="1000" spc="235" dirty="0">
                <a:solidFill>
                  <a:srgbClr val="85D9D1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85D9D1"/>
                </a:solidFill>
                <a:latin typeface="Noto Sans"/>
                <a:cs typeface="Noto Sans"/>
              </a:rPr>
              <a:t>|</a:t>
            </a:r>
            <a:r>
              <a:rPr sz="1000" spc="235" dirty="0">
                <a:solidFill>
                  <a:srgbClr val="85D9D1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85D9D1"/>
                </a:solidFill>
                <a:latin typeface="Noto Sans"/>
                <a:cs typeface="Noto Sans"/>
              </a:rPr>
              <a:t>Contactless</a:t>
            </a:r>
            <a:r>
              <a:rPr sz="1000" spc="-15" dirty="0">
                <a:solidFill>
                  <a:srgbClr val="85D9D1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85D9D1"/>
                </a:solidFill>
                <a:latin typeface="Noto Sans"/>
                <a:cs typeface="Noto Sans"/>
              </a:rPr>
              <a:t>sensing</a:t>
            </a:r>
            <a:r>
              <a:rPr sz="1000" spc="-15" dirty="0">
                <a:solidFill>
                  <a:srgbClr val="85D9D1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85D9D1"/>
                </a:solidFill>
                <a:latin typeface="Noto Sans"/>
                <a:cs typeface="Noto Sans"/>
              </a:rPr>
              <a:t>research</a:t>
            </a:r>
            <a:endParaRPr sz="1000">
              <a:latin typeface="Noto Sans"/>
              <a:cs typeface="Noto San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910283" y="-5035"/>
            <a:ext cx="4283075" cy="6867525"/>
            <a:chOff x="7910283" y="-5035"/>
            <a:chExt cx="4283075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10283" y="12"/>
              <a:ext cx="4281106" cy="68576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54924" y="-355"/>
              <a:ext cx="4233545" cy="6858000"/>
            </a:xfrm>
            <a:custGeom>
              <a:avLst/>
              <a:gdLst/>
              <a:ahLst/>
              <a:cxnLst/>
              <a:rect l="l" t="t" r="r" b="b"/>
              <a:pathLst>
                <a:path w="4233545" h="6858000">
                  <a:moveTo>
                    <a:pt x="4233240" y="0"/>
                  </a:moveTo>
                  <a:lnTo>
                    <a:pt x="0" y="0"/>
                  </a:lnTo>
                  <a:lnTo>
                    <a:pt x="0" y="6857631"/>
                  </a:lnTo>
                  <a:lnTo>
                    <a:pt x="2116797" y="6857631"/>
                  </a:lnTo>
                  <a:lnTo>
                    <a:pt x="4233240" y="6857631"/>
                  </a:lnTo>
                  <a:lnTo>
                    <a:pt x="4233240" y="0"/>
                  </a:lnTo>
                  <a:close/>
                </a:path>
              </a:pathLst>
            </a:custGeom>
            <a:solidFill>
              <a:srgbClr val="173D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54924" y="-355"/>
              <a:ext cx="4233545" cy="6858000"/>
            </a:xfrm>
            <a:custGeom>
              <a:avLst/>
              <a:gdLst/>
              <a:ahLst/>
              <a:cxnLst/>
              <a:rect l="l" t="t" r="r" b="b"/>
              <a:pathLst>
                <a:path w="4233545" h="6858000">
                  <a:moveTo>
                    <a:pt x="2116797" y="6857631"/>
                  </a:moveTo>
                  <a:lnTo>
                    <a:pt x="0" y="6857631"/>
                  </a:lnTo>
                  <a:lnTo>
                    <a:pt x="0" y="0"/>
                  </a:lnTo>
                  <a:lnTo>
                    <a:pt x="4233240" y="0"/>
                  </a:lnTo>
                  <a:lnTo>
                    <a:pt x="4233240" y="6857631"/>
                  </a:lnTo>
                  <a:lnTo>
                    <a:pt x="2116797" y="6857631"/>
                  </a:lnTo>
                  <a:close/>
                </a:path>
              </a:pathLst>
            </a:custGeom>
            <a:ln w="9359">
              <a:solidFill>
                <a:srgbClr val="173D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1675" y="1047940"/>
              <a:ext cx="784085" cy="78374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436315" y="1069555"/>
              <a:ext cx="695325" cy="695325"/>
            </a:xfrm>
            <a:custGeom>
              <a:avLst/>
              <a:gdLst/>
              <a:ahLst/>
              <a:cxnLst/>
              <a:rect l="l" t="t" r="r" b="b"/>
              <a:pathLst>
                <a:path w="695325" h="695325">
                  <a:moveTo>
                    <a:pt x="347408" y="0"/>
                  </a:moveTo>
                  <a:lnTo>
                    <a:pt x="302016" y="3004"/>
                  </a:lnTo>
                  <a:lnTo>
                    <a:pt x="257538" y="11882"/>
                  </a:lnTo>
                  <a:lnTo>
                    <a:pt x="214615" y="26430"/>
                  </a:lnTo>
                  <a:lnTo>
                    <a:pt x="173888" y="46443"/>
                  </a:lnTo>
                  <a:lnTo>
                    <a:pt x="135951" y="71822"/>
                  </a:lnTo>
                  <a:lnTo>
                    <a:pt x="101793" y="101793"/>
                  </a:lnTo>
                  <a:lnTo>
                    <a:pt x="71822" y="135951"/>
                  </a:lnTo>
                  <a:lnTo>
                    <a:pt x="46443" y="173888"/>
                  </a:lnTo>
                  <a:lnTo>
                    <a:pt x="26506" y="214459"/>
                  </a:lnTo>
                  <a:lnTo>
                    <a:pt x="26430" y="214615"/>
                  </a:lnTo>
                  <a:lnTo>
                    <a:pt x="11882" y="257538"/>
                  </a:lnTo>
                  <a:lnTo>
                    <a:pt x="3004" y="302016"/>
                  </a:lnTo>
                  <a:lnTo>
                    <a:pt x="0" y="347408"/>
                  </a:lnTo>
                  <a:lnTo>
                    <a:pt x="3004" y="392798"/>
                  </a:lnTo>
                  <a:lnTo>
                    <a:pt x="11882" y="437313"/>
                  </a:lnTo>
                  <a:lnTo>
                    <a:pt x="26430" y="480344"/>
                  </a:lnTo>
                  <a:lnTo>
                    <a:pt x="46443" y="521284"/>
                  </a:lnTo>
                  <a:lnTo>
                    <a:pt x="71822" y="559013"/>
                  </a:lnTo>
                  <a:lnTo>
                    <a:pt x="101793" y="593061"/>
                  </a:lnTo>
                  <a:lnTo>
                    <a:pt x="135951" y="622989"/>
                  </a:lnTo>
                  <a:lnTo>
                    <a:pt x="173888" y="648360"/>
                  </a:lnTo>
                  <a:lnTo>
                    <a:pt x="214615" y="668374"/>
                  </a:lnTo>
                  <a:lnTo>
                    <a:pt x="257538" y="682921"/>
                  </a:lnTo>
                  <a:lnTo>
                    <a:pt x="302016" y="691799"/>
                  </a:lnTo>
                  <a:lnTo>
                    <a:pt x="347408" y="694804"/>
                  </a:lnTo>
                  <a:lnTo>
                    <a:pt x="392798" y="691799"/>
                  </a:lnTo>
                  <a:lnTo>
                    <a:pt x="437313" y="682921"/>
                  </a:lnTo>
                  <a:lnTo>
                    <a:pt x="480344" y="668374"/>
                  </a:lnTo>
                  <a:lnTo>
                    <a:pt x="521284" y="648360"/>
                  </a:lnTo>
                  <a:lnTo>
                    <a:pt x="559013" y="622989"/>
                  </a:lnTo>
                  <a:lnTo>
                    <a:pt x="593061" y="593061"/>
                  </a:lnTo>
                  <a:lnTo>
                    <a:pt x="622989" y="559013"/>
                  </a:lnTo>
                  <a:lnTo>
                    <a:pt x="648360" y="521284"/>
                  </a:lnTo>
                  <a:lnTo>
                    <a:pt x="668374" y="480344"/>
                  </a:lnTo>
                  <a:lnTo>
                    <a:pt x="682921" y="437313"/>
                  </a:lnTo>
                  <a:lnTo>
                    <a:pt x="691799" y="392798"/>
                  </a:lnTo>
                  <a:lnTo>
                    <a:pt x="694804" y="347408"/>
                  </a:lnTo>
                  <a:lnTo>
                    <a:pt x="691800" y="302016"/>
                  </a:lnTo>
                  <a:lnTo>
                    <a:pt x="682931" y="257538"/>
                  </a:lnTo>
                  <a:lnTo>
                    <a:pt x="668426" y="214615"/>
                  </a:lnTo>
                  <a:lnTo>
                    <a:pt x="648360" y="173520"/>
                  </a:lnTo>
                  <a:lnTo>
                    <a:pt x="623094" y="135951"/>
                  </a:lnTo>
                  <a:lnTo>
                    <a:pt x="622989" y="135796"/>
                  </a:lnTo>
                  <a:lnTo>
                    <a:pt x="593101" y="101793"/>
                  </a:lnTo>
                  <a:lnTo>
                    <a:pt x="559020" y="71822"/>
                  </a:lnTo>
                  <a:lnTo>
                    <a:pt x="521284" y="46443"/>
                  </a:lnTo>
                  <a:lnTo>
                    <a:pt x="480344" y="26430"/>
                  </a:lnTo>
                  <a:lnTo>
                    <a:pt x="437313" y="11882"/>
                  </a:lnTo>
                  <a:lnTo>
                    <a:pt x="392798" y="3004"/>
                  </a:lnTo>
                  <a:lnTo>
                    <a:pt x="347408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436315" y="1069555"/>
              <a:ext cx="695325" cy="695325"/>
            </a:xfrm>
            <a:custGeom>
              <a:avLst/>
              <a:gdLst/>
              <a:ahLst/>
              <a:cxnLst/>
              <a:rect l="l" t="t" r="r" b="b"/>
              <a:pathLst>
                <a:path w="695325" h="695325">
                  <a:moveTo>
                    <a:pt x="0" y="347408"/>
                  </a:moveTo>
                  <a:lnTo>
                    <a:pt x="3004" y="302016"/>
                  </a:lnTo>
                  <a:lnTo>
                    <a:pt x="11882" y="257538"/>
                  </a:lnTo>
                  <a:lnTo>
                    <a:pt x="26430" y="214615"/>
                  </a:lnTo>
                  <a:lnTo>
                    <a:pt x="46443" y="173888"/>
                  </a:lnTo>
                  <a:lnTo>
                    <a:pt x="71822" y="135951"/>
                  </a:lnTo>
                  <a:lnTo>
                    <a:pt x="101793" y="101793"/>
                  </a:lnTo>
                  <a:lnTo>
                    <a:pt x="135951" y="71822"/>
                  </a:lnTo>
                  <a:lnTo>
                    <a:pt x="173888" y="46443"/>
                  </a:lnTo>
                  <a:lnTo>
                    <a:pt x="214615" y="26430"/>
                  </a:lnTo>
                  <a:lnTo>
                    <a:pt x="257538" y="11882"/>
                  </a:lnTo>
                  <a:lnTo>
                    <a:pt x="302016" y="3004"/>
                  </a:lnTo>
                  <a:lnTo>
                    <a:pt x="347408" y="0"/>
                  </a:lnTo>
                  <a:lnTo>
                    <a:pt x="392798" y="3004"/>
                  </a:lnTo>
                  <a:lnTo>
                    <a:pt x="437313" y="11882"/>
                  </a:lnTo>
                  <a:lnTo>
                    <a:pt x="480344" y="26430"/>
                  </a:lnTo>
                  <a:lnTo>
                    <a:pt x="521284" y="46443"/>
                  </a:lnTo>
                  <a:lnTo>
                    <a:pt x="559013" y="71816"/>
                  </a:lnTo>
                  <a:lnTo>
                    <a:pt x="593061" y="101747"/>
                  </a:lnTo>
                  <a:lnTo>
                    <a:pt x="622989" y="135796"/>
                  </a:lnTo>
                  <a:lnTo>
                    <a:pt x="648360" y="173520"/>
                  </a:lnTo>
                  <a:lnTo>
                    <a:pt x="668374" y="214459"/>
                  </a:lnTo>
                  <a:lnTo>
                    <a:pt x="682921" y="257492"/>
                  </a:lnTo>
                  <a:lnTo>
                    <a:pt x="691799" y="302011"/>
                  </a:lnTo>
                  <a:lnTo>
                    <a:pt x="694804" y="347408"/>
                  </a:lnTo>
                  <a:lnTo>
                    <a:pt x="691799" y="392798"/>
                  </a:lnTo>
                  <a:lnTo>
                    <a:pt x="682921" y="437313"/>
                  </a:lnTo>
                  <a:lnTo>
                    <a:pt x="668374" y="480344"/>
                  </a:lnTo>
                  <a:lnTo>
                    <a:pt x="648360" y="521284"/>
                  </a:lnTo>
                  <a:lnTo>
                    <a:pt x="622989" y="559013"/>
                  </a:lnTo>
                  <a:lnTo>
                    <a:pt x="593061" y="593061"/>
                  </a:lnTo>
                  <a:lnTo>
                    <a:pt x="559013" y="622989"/>
                  </a:lnTo>
                  <a:lnTo>
                    <a:pt x="521284" y="648360"/>
                  </a:lnTo>
                  <a:lnTo>
                    <a:pt x="480344" y="668374"/>
                  </a:lnTo>
                  <a:lnTo>
                    <a:pt x="437313" y="682921"/>
                  </a:lnTo>
                  <a:lnTo>
                    <a:pt x="392798" y="691799"/>
                  </a:lnTo>
                  <a:lnTo>
                    <a:pt x="347408" y="694804"/>
                  </a:lnTo>
                  <a:lnTo>
                    <a:pt x="302016" y="691799"/>
                  </a:lnTo>
                  <a:lnTo>
                    <a:pt x="257538" y="682921"/>
                  </a:lnTo>
                  <a:lnTo>
                    <a:pt x="214615" y="668374"/>
                  </a:lnTo>
                  <a:lnTo>
                    <a:pt x="173888" y="648360"/>
                  </a:lnTo>
                  <a:lnTo>
                    <a:pt x="135951" y="622989"/>
                  </a:lnTo>
                  <a:lnTo>
                    <a:pt x="101793" y="593061"/>
                  </a:lnTo>
                  <a:lnTo>
                    <a:pt x="71822" y="559013"/>
                  </a:lnTo>
                  <a:lnTo>
                    <a:pt x="46443" y="521284"/>
                  </a:lnTo>
                  <a:lnTo>
                    <a:pt x="26430" y="480344"/>
                  </a:lnTo>
                  <a:lnTo>
                    <a:pt x="11882" y="437313"/>
                  </a:lnTo>
                  <a:lnTo>
                    <a:pt x="3004" y="392798"/>
                  </a:lnTo>
                  <a:lnTo>
                    <a:pt x="0" y="347408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16323" y="2309748"/>
              <a:ext cx="546480" cy="5461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560964" y="233136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510" y="7739"/>
                  </a:lnTo>
                  <a:lnTo>
                    <a:pt x="114477" y="30594"/>
                  </a:lnTo>
                  <a:lnTo>
                    <a:pt x="67002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560964" y="233136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1946" y="198766"/>
                  </a:lnTo>
                  <a:lnTo>
                    <a:pt x="7739" y="169510"/>
                  </a:lnTo>
                  <a:lnTo>
                    <a:pt x="30594" y="114477"/>
                  </a:lnTo>
                  <a:lnTo>
                    <a:pt x="67002" y="67002"/>
                  </a:lnTo>
                  <a:lnTo>
                    <a:pt x="114477" y="30594"/>
                  </a:lnTo>
                  <a:lnTo>
                    <a:pt x="169510" y="7739"/>
                  </a:lnTo>
                  <a:lnTo>
                    <a:pt x="228600" y="0"/>
                  </a:lnTo>
                  <a:lnTo>
                    <a:pt x="287724" y="7739"/>
                  </a:lnTo>
                  <a:lnTo>
                    <a:pt x="343077" y="30594"/>
                  </a:lnTo>
                  <a:lnTo>
                    <a:pt x="390236" y="67002"/>
                  </a:lnTo>
                  <a:lnTo>
                    <a:pt x="426593" y="114477"/>
                  </a:lnTo>
                  <a:lnTo>
                    <a:pt x="449459" y="169510"/>
                  </a:lnTo>
                  <a:lnTo>
                    <a:pt x="457200" y="228600"/>
                  </a:lnTo>
                  <a:lnTo>
                    <a:pt x="455253" y="258431"/>
                  </a:lnTo>
                  <a:lnTo>
                    <a:pt x="449459" y="287724"/>
                  </a:lnTo>
                  <a:lnTo>
                    <a:pt x="426593" y="343077"/>
                  </a:lnTo>
                  <a:lnTo>
                    <a:pt x="390236" y="390236"/>
                  </a:lnTo>
                  <a:lnTo>
                    <a:pt x="343077" y="426592"/>
                  </a:lnTo>
                  <a:lnTo>
                    <a:pt x="287724" y="449459"/>
                  </a:lnTo>
                  <a:lnTo>
                    <a:pt x="228600" y="457200"/>
                  </a:lnTo>
                  <a:lnTo>
                    <a:pt x="169510" y="449459"/>
                  </a:lnTo>
                  <a:lnTo>
                    <a:pt x="114477" y="426592"/>
                  </a:lnTo>
                  <a:lnTo>
                    <a:pt x="67002" y="390236"/>
                  </a:lnTo>
                  <a:lnTo>
                    <a:pt x="30594" y="343077"/>
                  </a:lnTo>
                  <a:lnTo>
                    <a:pt x="7739" y="287724"/>
                  </a:lnTo>
                  <a:lnTo>
                    <a:pt x="1946" y="258431"/>
                  </a:lnTo>
                  <a:lnTo>
                    <a:pt x="0" y="228600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22995" y="2693860"/>
              <a:ext cx="601205" cy="60086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567635" y="2715475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4">
                  <a:moveTo>
                    <a:pt x="255968" y="0"/>
                  </a:moveTo>
                  <a:lnTo>
                    <a:pt x="189768" y="8732"/>
                  </a:lnTo>
                  <a:lnTo>
                    <a:pt x="128168" y="34201"/>
                  </a:lnTo>
                  <a:lnTo>
                    <a:pt x="74974" y="74974"/>
                  </a:lnTo>
                  <a:lnTo>
                    <a:pt x="34201" y="128168"/>
                  </a:lnTo>
                  <a:lnTo>
                    <a:pt x="8732" y="189768"/>
                  </a:lnTo>
                  <a:lnTo>
                    <a:pt x="0" y="255968"/>
                  </a:lnTo>
                  <a:lnTo>
                    <a:pt x="2206" y="289457"/>
                  </a:lnTo>
                  <a:lnTo>
                    <a:pt x="19443" y="353871"/>
                  </a:lnTo>
                  <a:lnTo>
                    <a:pt x="52933" y="411959"/>
                  </a:lnTo>
                  <a:lnTo>
                    <a:pt x="100120" y="458996"/>
                  </a:lnTo>
                  <a:lnTo>
                    <a:pt x="158208" y="492486"/>
                  </a:lnTo>
                  <a:lnTo>
                    <a:pt x="222478" y="509720"/>
                  </a:lnTo>
                  <a:lnTo>
                    <a:pt x="255968" y="511924"/>
                  </a:lnTo>
                  <a:lnTo>
                    <a:pt x="289457" y="509720"/>
                  </a:lnTo>
                  <a:lnTo>
                    <a:pt x="353871" y="492486"/>
                  </a:lnTo>
                  <a:lnTo>
                    <a:pt x="411959" y="458996"/>
                  </a:lnTo>
                  <a:lnTo>
                    <a:pt x="458996" y="411959"/>
                  </a:lnTo>
                  <a:lnTo>
                    <a:pt x="492486" y="353871"/>
                  </a:lnTo>
                  <a:lnTo>
                    <a:pt x="509720" y="289457"/>
                  </a:lnTo>
                  <a:lnTo>
                    <a:pt x="511924" y="255968"/>
                  </a:lnTo>
                  <a:lnTo>
                    <a:pt x="509720" y="222478"/>
                  </a:lnTo>
                  <a:lnTo>
                    <a:pt x="492486" y="158208"/>
                  </a:lnTo>
                  <a:lnTo>
                    <a:pt x="458996" y="100120"/>
                  </a:lnTo>
                  <a:lnTo>
                    <a:pt x="411959" y="52933"/>
                  </a:lnTo>
                  <a:lnTo>
                    <a:pt x="353871" y="19443"/>
                  </a:lnTo>
                  <a:lnTo>
                    <a:pt x="289457" y="2206"/>
                  </a:lnTo>
                  <a:lnTo>
                    <a:pt x="255968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67635" y="2715475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4">
                  <a:moveTo>
                    <a:pt x="0" y="255968"/>
                  </a:moveTo>
                  <a:lnTo>
                    <a:pt x="2206" y="222478"/>
                  </a:lnTo>
                  <a:lnTo>
                    <a:pt x="8732" y="189768"/>
                  </a:lnTo>
                  <a:lnTo>
                    <a:pt x="34201" y="128168"/>
                  </a:lnTo>
                  <a:lnTo>
                    <a:pt x="74974" y="74974"/>
                  </a:lnTo>
                  <a:lnTo>
                    <a:pt x="128168" y="34201"/>
                  </a:lnTo>
                  <a:lnTo>
                    <a:pt x="189768" y="8732"/>
                  </a:lnTo>
                  <a:lnTo>
                    <a:pt x="255968" y="0"/>
                  </a:lnTo>
                  <a:lnTo>
                    <a:pt x="322203" y="8732"/>
                  </a:lnTo>
                  <a:lnTo>
                    <a:pt x="384124" y="34201"/>
                  </a:lnTo>
                  <a:lnTo>
                    <a:pt x="436995" y="74974"/>
                  </a:lnTo>
                  <a:lnTo>
                    <a:pt x="477723" y="128168"/>
                  </a:lnTo>
                  <a:lnTo>
                    <a:pt x="503196" y="189768"/>
                  </a:lnTo>
                  <a:lnTo>
                    <a:pt x="511924" y="255968"/>
                  </a:lnTo>
                  <a:lnTo>
                    <a:pt x="509720" y="289457"/>
                  </a:lnTo>
                  <a:lnTo>
                    <a:pt x="503196" y="322203"/>
                  </a:lnTo>
                  <a:lnTo>
                    <a:pt x="477723" y="384124"/>
                  </a:lnTo>
                  <a:lnTo>
                    <a:pt x="436995" y="436995"/>
                  </a:lnTo>
                  <a:lnTo>
                    <a:pt x="384124" y="477723"/>
                  </a:lnTo>
                  <a:lnTo>
                    <a:pt x="322203" y="503196"/>
                  </a:lnTo>
                  <a:lnTo>
                    <a:pt x="255968" y="511924"/>
                  </a:lnTo>
                  <a:lnTo>
                    <a:pt x="189768" y="503196"/>
                  </a:lnTo>
                  <a:lnTo>
                    <a:pt x="128168" y="477723"/>
                  </a:lnTo>
                  <a:lnTo>
                    <a:pt x="74974" y="436995"/>
                  </a:lnTo>
                  <a:lnTo>
                    <a:pt x="34201" y="384124"/>
                  </a:lnTo>
                  <a:lnTo>
                    <a:pt x="8732" y="322203"/>
                  </a:lnTo>
                  <a:lnTo>
                    <a:pt x="2206" y="289457"/>
                  </a:lnTo>
                  <a:lnTo>
                    <a:pt x="0" y="255968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95039" y="3754424"/>
              <a:ext cx="674636" cy="67429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039680" y="3776040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70" h="585470">
                  <a:moveTo>
                    <a:pt x="292684" y="0"/>
                  </a:moveTo>
                  <a:lnTo>
                    <a:pt x="254353" y="2536"/>
                  </a:lnTo>
                  <a:lnTo>
                    <a:pt x="216901" y="10034"/>
                  </a:lnTo>
                  <a:lnTo>
                    <a:pt x="180800" y="22326"/>
                  </a:lnTo>
                  <a:lnTo>
                    <a:pt x="146519" y="39242"/>
                  </a:lnTo>
                  <a:lnTo>
                    <a:pt x="114518" y="60507"/>
                  </a:lnTo>
                  <a:lnTo>
                    <a:pt x="85723" y="85723"/>
                  </a:lnTo>
                  <a:lnTo>
                    <a:pt x="60507" y="114518"/>
                  </a:lnTo>
                  <a:lnTo>
                    <a:pt x="39243" y="146519"/>
                  </a:lnTo>
                  <a:lnTo>
                    <a:pt x="22326" y="180800"/>
                  </a:lnTo>
                  <a:lnTo>
                    <a:pt x="10034" y="216901"/>
                  </a:lnTo>
                  <a:lnTo>
                    <a:pt x="2536" y="254353"/>
                  </a:lnTo>
                  <a:lnTo>
                    <a:pt x="0" y="292684"/>
                  </a:lnTo>
                  <a:lnTo>
                    <a:pt x="2536" y="331015"/>
                  </a:lnTo>
                  <a:lnTo>
                    <a:pt x="10034" y="368506"/>
                  </a:lnTo>
                  <a:lnTo>
                    <a:pt x="22326" y="404716"/>
                  </a:lnTo>
                  <a:lnTo>
                    <a:pt x="39243" y="439204"/>
                  </a:lnTo>
                  <a:lnTo>
                    <a:pt x="60507" y="470992"/>
                  </a:lnTo>
                  <a:lnTo>
                    <a:pt x="85723" y="499679"/>
                  </a:lnTo>
                  <a:lnTo>
                    <a:pt x="114518" y="524859"/>
                  </a:lnTo>
                  <a:lnTo>
                    <a:pt x="146519" y="546125"/>
                  </a:lnTo>
                  <a:lnTo>
                    <a:pt x="180800" y="563035"/>
                  </a:lnTo>
                  <a:lnTo>
                    <a:pt x="216901" y="575322"/>
                  </a:lnTo>
                  <a:lnTo>
                    <a:pt x="254353" y="582819"/>
                  </a:lnTo>
                  <a:lnTo>
                    <a:pt x="292684" y="585355"/>
                  </a:lnTo>
                  <a:lnTo>
                    <a:pt x="331015" y="582819"/>
                  </a:lnTo>
                  <a:lnTo>
                    <a:pt x="368506" y="575322"/>
                  </a:lnTo>
                  <a:lnTo>
                    <a:pt x="404716" y="563035"/>
                  </a:lnTo>
                  <a:lnTo>
                    <a:pt x="439204" y="546125"/>
                  </a:lnTo>
                  <a:lnTo>
                    <a:pt x="470992" y="524859"/>
                  </a:lnTo>
                  <a:lnTo>
                    <a:pt x="499679" y="499679"/>
                  </a:lnTo>
                  <a:lnTo>
                    <a:pt x="524859" y="470992"/>
                  </a:lnTo>
                  <a:lnTo>
                    <a:pt x="546125" y="439204"/>
                  </a:lnTo>
                  <a:lnTo>
                    <a:pt x="563035" y="404716"/>
                  </a:lnTo>
                  <a:lnTo>
                    <a:pt x="575322" y="368506"/>
                  </a:lnTo>
                  <a:lnTo>
                    <a:pt x="582819" y="331015"/>
                  </a:lnTo>
                  <a:lnTo>
                    <a:pt x="585355" y="292684"/>
                  </a:lnTo>
                  <a:lnTo>
                    <a:pt x="582819" y="254353"/>
                  </a:lnTo>
                  <a:lnTo>
                    <a:pt x="575322" y="216901"/>
                  </a:lnTo>
                  <a:lnTo>
                    <a:pt x="563035" y="180800"/>
                  </a:lnTo>
                  <a:lnTo>
                    <a:pt x="546125" y="146519"/>
                  </a:lnTo>
                  <a:lnTo>
                    <a:pt x="524859" y="114518"/>
                  </a:lnTo>
                  <a:lnTo>
                    <a:pt x="499679" y="85723"/>
                  </a:lnTo>
                  <a:lnTo>
                    <a:pt x="470992" y="60507"/>
                  </a:lnTo>
                  <a:lnTo>
                    <a:pt x="439204" y="39242"/>
                  </a:lnTo>
                  <a:lnTo>
                    <a:pt x="404716" y="22326"/>
                  </a:lnTo>
                  <a:lnTo>
                    <a:pt x="368506" y="10034"/>
                  </a:lnTo>
                  <a:lnTo>
                    <a:pt x="331015" y="2536"/>
                  </a:lnTo>
                  <a:lnTo>
                    <a:pt x="292684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039680" y="3776040"/>
              <a:ext cx="585470" cy="585470"/>
            </a:xfrm>
            <a:custGeom>
              <a:avLst/>
              <a:gdLst/>
              <a:ahLst/>
              <a:cxnLst/>
              <a:rect l="l" t="t" r="r" b="b"/>
              <a:pathLst>
                <a:path w="585470" h="585470">
                  <a:moveTo>
                    <a:pt x="0" y="292684"/>
                  </a:moveTo>
                  <a:lnTo>
                    <a:pt x="2536" y="254353"/>
                  </a:lnTo>
                  <a:lnTo>
                    <a:pt x="10034" y="216901"/>
                  </a:lnTo>
                  <a:lnTo>
                    <a:pt x="22326" y="180800"/>
                  </a:lnTo>
                  <a:lnTo>
                    <a:pt x="39243" y="146519"/>
                  </a:lnTo>
                  <a:lnTo>
                    <a:pt x="60507" y="114518"/>
                  </a:lnTo>
                  <a:lnTo>
                    <a:pt x="85723" y="85723"/>
                  </a:lnTo>
                  <a:lnTo>
                    <a:pt x="114518" y="60507"/>
                  </a:lnTo>
                  <a:lnTo>
                    <a:pt x="146519" y="39242"/>
                  </a:lnTo>
                  <a:lnTo>
                    <a:pt x="180800" y="22326"/>
                  </a:lnTo>
                  <a:lnTo>
                    <a:pt x="216901" y="10034"/>
                  </a:lnTo>
                  <a:lnTo>
                    <a:pt x="254353" y="2536"/>
                  </a:lnTo>
                  <a:lnTo>
                    <a:pt x="292684" y="0"/>
                  </a:lnTo>
                  <a:lnTo>
                    <a:pt x="331015" y="2536"/>
                  </a:lnTo>
                  <a:lnTo>
                    <a:pt x="368506" y="10034"/>
                  </a:lnTo>
                  <a:lnTo>
                    <a:pt x="404716" y="22326"/>
                  </a:lnTo>
                  <a:lnTo>
                    <a:pt x="439204" y="39242"/>
                  </a:lnTo>
                  <a:lnTo>
                    <a:pt x="470992" y="60507"/>
                  </a:lnTo>
                  <a:lnTo>
                    <a:pt x="499679" y="85723"/>
                  </a:lnTo>
                  <a:lnTo>
                    <a:pt x="524859" y="114518"/>
                  </a:lnTo>
                  <a:lnTo>
                    <a:pt x="546125" y="146519"/>
                  </a:lnTo>
                  <a:lnTo>
                    <a:pt x="563035" y="180800"/>
                  </a:lnTo>
                  <a:lnTo>
                    <a:pt x="575322" y="216901"/>
                  </a:lnTo>
                  <a:lnTo>
                    <a:pt x="582819" y="254353"/>
                  </a:lnTo>
                  <a:lnTo>
                    <a:pt x="585355" y="292684"/>
                  </a:lnTo>
                  <a:lnTo>
                    <a:pt x="582819" y="331015"/>
                  </a:lnTo>
                  <a:lnTo>
                    <a:pt x="575322" y="368506"/>
                  </a:lnTo>
                  <a:lnTo>
                    <a:pt x="563035" y="404716"/>
                  </a:lnTo>
                  <a:lnTo>
                    <a:pt x="546125" y="439204"/>
                  </a:lnTo>
                  <a:lnTo>
                    <a:pt x="524859" y="470992"/>
                  </a:lnTo>
                  <a:lnTo>
                    <a:pt x="499679" y="499679"/>
                  </a:lnTo>
                  <a:lnTo>
                    <a:pt x="470992" y="524859"/>
                  </a:lnTo>
                  <a:lnTo>
                    <a:pt x="439204" y="546125"/>
                  </a:lnTo>
                  <a:lnTo>
                    <a:pt x="404716" y="563035"/>
                  </a:lnTo>
                  <a:lnTo>
                    <a:pt x="368506" y="575322"/>
                  </a:lnTo>
                  <a:lnTo>
                    <a:pt x="331015" y="582819"/>
                  </a:lnTo>
                  <a:lnTo>
                    <a:pt x="292684" y="585355"/>
                  </a:lnTo>
                  <a:lnTo>
                    <a:pt x="254353" y="582819"/>
                  </a:lnTo>
                  <a:lnTo>
                    <a:pt x="216901" y="575322"/>
                  </a:lnTo>
                  <a:lnTo>
                    <a:pt x="180800" y="563035"/>
                  </a:lnTo>
                  <a:lnTo>
                    <a:pt x="146519" y="546125"/>
                  </a:lnTo>
                  <a:lnTo>
                    <a:pt x="114518" y="524859"/>
                  </a:lnTo>
                  <a:lnTo>
                    <a:pt x="85723" y="499679"/>
                  </a:lnTo>
                  <a:lnTo>
                    <a:pt x="60507" y="470992"/>
                  </a:lnTo>
                  <a:lnTo>
                    <a:pt x="39243" y="439204"/>
                  </a:lnTo>
                  <a:lnTo>
                    <a:pt x="22326" y="404716"/>
                  </a:lnTo>
                  <a:lnTo>
                    <a:pt x="10034" y="368506"/>
                  </a:lnTo>
                  <a:lnTo>
                    <a:pt x="2536" y="331015"/>
                  </a:lnTo>
                  <a:lnTo>
                    <a:pt x="0" y="292684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97759" y="4668824"/>
              <a:ext cx="491756" cy="49141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942400" y="4690440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201244" y="0"/>
                  </a:moveTo>
                  <a:lnTo>
                    <a:pt x="149131" y="6884"/>
                  </a:lnTo>
                  <a:lnTo>
                    <a:pt x="100799" y="27000"/>
                  </a:lnTo>
                  <a:lnTo>
                    <a:pt x="59042" y="59042"/>
                  </a:lnTo>
                  <a:lnTo>
                    <a:pt x="27000" y="100799"/>
                  </a:lnTo>
                  <a:lnTo>
                    <a:pt x="6884" y="149131"/>
                  </a:lnTo>
                  <a:lnTo>
                    <a:pt x="0" y="201244"/>
                  </a:lnTo>
                  <a:lnTo>
                    <a:pt x="1738" y="227574"/>
                  </a:lnTo>
                  <a:lnTo>
                    <a:pt x="15339" y="278343"/>
                  </a:lnTo>
                  <a:lnTo>
                    <a:pt x="41671" y="323794"/>
                  </a:lnTo>
                  <a:lnTo>
                    <a:pt x="78842" y="360812"/>
                  </a:lnTo>
                  <a:lnTo>
                    <a:pt x="124289" y="387136"/>
                  </a:lnTo>
                  <a:lnTo>
                    <a:pt x="174918" y="400737"/>
                  </a:lnTo>
                  <a:lnTo>
                    <a:pt x="201244" y="402475"/>
                  </a:lnTo>
                  <a:lnTo>
                    <a:pt x="227574" y="400737"/>
                  </a:lnTo>
                  <a:lnTo>
                    <a:pt x="278343" y="387136"/>
                  </a:lnTo>
                  <a:lnTo>
                    <a:pt x="323794" y="360812"/>
                  </a:lnTo>
                  <a:lnTo>
                    <a:pt x="360812" y="323794"/>
                  </a:lnTo>
                  <a:lnTo>
                    <a:pt x="387136" y="278343"/>
                  </a:lnTo>
                  <a:lnTo>
                    <a:pt x="400737" y="227574"/>
                  </a:lnTo>
                  <a:lnTo>
                    <a:pt x="402475" y="201244"/>
                  </a:lnTo>
                  <a:lnTo>
                    <a:pt x="400737" y="174918"/>
                  </a:lnTo>
                  <a:lnTo>
                    <a:pt x="387136" y="124289"/>
                  </a:lnTo>
                  <a:lnTo>
                    <a:pt x="360812" y="78842"/>
                  </a:lnTo>
                  <a:lnTo>
                    <a:pt x="323794" y="41671"/>
                  </a:lnTo>
                  <a:lnTo>
                    <a:pt x="278343" y="15339"/>
                  </a:lnTo>
                  <a:lnTo>
                    <a:pt x="227574" y="1738"/>
                  </a:lnTo>
                  <a:lnTo>
                    <a:pt x="201244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942400" y="4690440"/>
              <a:ext cx="402590" cy="402590"/>
            </a:xfrm>
            <a:custGeom>
              <a:avLst/>
              <a:gdLst/>
              <a:ahLst/>
              <a:cxnLst/>
              <a:rect l="l" t="t" r="r" b="b"/>
              <a:pathLst>
                <a:path w="402590" h="402589">
                  <a:moveTo>
                    <a:pt x="0" y="201244"/>
                  </a:moveTo>
                  <a:lnTo>
                    <a:pt x="1738" y="174918"/>
                  </a:lnTo>
                  <a:lnTo>
                    <a:pt x="6884" y="149131"/>
                  </a:lnTo>
                  <a:lnTo>
                    <a:pt x="27000" y="100799"/>
                  </a:lnTo>
                  <a:lnTo>
                    <a:pt x="59042" y="59042"/>
                  </a:lnTo>
                  <a:lnTo>
                    <a:pt x="100799" y="27000"/>
                  </a:lnTo>
                  <a:lnTo>
                    <a:pt x="149131" y="6884"/>
                  </a:lnTo>
                  <a:lnTo>
                    <a:pt x="201244" y="0"/>
                  </a:lnTo>
                  <a:lnTo>
                    <a:pt x="253396" y="6884"/>
                  </a:lnTo>
                  <a:lnTo>
                    <a:pt x="302044" y="27000"/>
                  </a:lnTo>
                  <a:lnTo>
                    <a:pt x="343484" y="59042"/>
                  </a:lnTo>
                  <a:lnTo>
                    <a:pt x="375475" y="100799"/>
                  </a:lnTo>
                  <a:lnTo>
                    <a:pt x="395590" y="149131"/>
                  </a:lnTo>
                  <a:lnTo>
                    <a:pt x="402475" y="201244"/>
                  </a:lnTo>
                  <a:lnTo>
                    <a:pt x="400737" y="227574"/>
                  </a:lnTo>
                  <a:lnTo>
                    <a:pt x="395590" y="253396"/>
                  </a:lnTo>
                  <a:lnTo>
                    <a:pt x="375475" y="302044"/>
                  </a:lnTo>
                  <a:lnTo>
                    <a:pt x="343484" y="343484"/>
                  </a:lnTo>
                  <a:lnTo>
                    <a:pt x="302044" y="375475"/>
                  </a:lnTo>
                  <a:lnTo>
                    <a:pt x="253396" y="395590"/>
                  </a:lnTo>
                  <a:lnTo>
                    <a:pt x="201244" y="402475"/>
                  </a:lnTo>
                  <a:lnTo>
                    <a:pt x="149131" y="395590"/>
                  </a:lnTo>
                  <a:lnTo>
                    <a:pt x="100799" y="375475"/>
                  </a:lnTo>
                  <a:lnTo>
                    <a:pt x="59042" y="343484"/>
                  </a:lnTo>
                  <a:lnTo>
                    <a:pt x="27000" y="302044"/>
                  </a:lnTo>
                  <a:lnTo>
                    <a:pt x="6884" y="253396"/>
                  </a:lnTo>
                  <a:lnTo>
                    <a:pt x="1738" y="227574"/>
                  </a:lnTo>
                  <a:lnTo>
                    <a:pt x="0" y="201244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31514" y="1384909"/>
              <a:ext cx="1111326" cy="124813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784079" y="1417320"/>
              <a:ext cx="1005840" cy="1143000"/>
            </a:xfrm>
            <a:custGeom>
              <a:avLst/>
              <a:gdLst/>
              <a:ahLst/>
              <a:cxnLst/>
              <a:rect l="l" t="t" r="r" b="b"/>
              <a:pathLst>
                <a:path w="1005840" h="1143000">
                  <a:moveTo>
                    <a:pt x="0" y="0"/>
                  </a:moveTo>
                  <a:lnTo>
                    <a:pt x="1005840" y="1143000"/>
                  </a:lnTo>
                </a:path>
              </a:pathLst>
            </a:custGeom>
            <a:ln w="25559">
              <a:solidFill>
                <a:srgbClr val="66BD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71394" y="1384909"/>
              <a:ext cx="1065606" cy="165961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823959" y="1417320"/>
              <a:ext cx="960119" cy="1554480"/>
            </a:xfrm>
            <a:custGeom>
              <a:avLst/>
              <a:gdLst/>
              <a:ahLst/>
              <a:cxnLst/>
              <a:rect l="l" t="t" r="r" b="b"/>
              <a:pathLst>
                <a:path w="960120" h="1554480">
                  <a:moveTo>
                    <a:pt x="960120" y="0"/>
                  </a:moveTo>
                  <a:lnTo>
                    <a:pt x="0" y="1554479"/>
                  </a:lnTo>
                </a:path>
              </a:pathLst>
            </a:custGeom>
            <a:ln w="25559">
              <a:solidFill>
                <a:srgbClr val="66BD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71394" y="2939389"/>
              <a:ext cx="1614246" cy="120241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823959" y="2971800"/>
              <a:ext cx="1508760" cy="1097280"/>
            </a:xfrm>
            <a:custGeom>
              <a:avLst/>
              <a:gdLst/>
              <a:ahLst/>
              <a:cxnLst/>
              <a:rect l="l" t="t" r="r" b="b"/>
              <a:pathLst>
                <a:path w="1508759" h="1097279">
                  <a:moveTo>
                    <a:pt x="0" y="0"/>
                  </a:moveTo>
                  <a:lnTo>
                    <a:pt x="1508760" y="1097280"/>
                  </a:lnTo>
                </a:path>
              </a:pathLst>
            </a:custGeom>
            <a:ln w="25559">
              <a:solidFill>
                <a:srgbClr val="66BD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91434" y="4036669"/>
              <a:ext cx="1294206" cy="92809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143999" y="4069080"/>
              <a:ext cx="1188720" cy="822960"/>
            </a:xfrm>
            <a:custGeom>
              <a:avLst/>
              <a:gdLst/>
              <a:ahLst/>
              <a:cxnLst/>
              <a:rect l="l" t="t" r="r" b="b"/>
              <a:pathLst>
                <a:path w="1188720" h="822960">
                  <a:moveTo>
                    <a:pt x="1188720" y="0"/>
                  </a:moveTo>
                  <a:lnTo>
                    <a:pt x="0" y="822960"/>
                  </a:lnTo>
                </a:path>
              </a:pathLst>
            </a:custGeom>
            <a:ln w="25559">
              <a:solidFill>
                <a:srgbClr val="66BD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280154" y="2527909"/>
              <a:ext cx="562686" cy="161389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332719" y="2560319"/>
              <a:ext cx="457200" cy="1508760"/>
            </a:xfrm>
            <a:custGeom>
              <a:avLst/>
              <a:gdLst/>
              <a:ahLst/>
              <a:cxnLst/>
              <a:rect l="l" t="t" r="r" b="b"/>
              <a:pathLst>
                <a:path w="457200" h="1508760">
                  <a:moveTo>
                    <a:pt x="457200" y="0"/>
                  </a:moveTo>
                  <a:lnTo>
                    <a:pt x="0" y="1508759"/>
                  </a:lnTo>
                </a:path>
              </a:pathLst>
            </a:custGeom>
            <a:ln w="25559">
              <a:solidFill>
                <a:srgbClr val="66BD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27959" y="1916988"/>
              <a:ext cx="1231925" cy="34452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372599" y="1938604"/>
              <a:ext cx="1143000" cy="255904"/>
            </a:xfrm>
            <a:custGeom>
              <a:avLst/>
              <a:gdLst/>
              <a:ahLst/>
              <a:cxnLst/>
              <a:rect l="l" t="t" r="r" b="b"/>
              <a:pathLst>
                <a:path w="1143000" h="255905">
                  <a:moveTo>
                    <a:pt x="1142644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571322" y="255600"/>
                  </a:lnTo>
                  <a:lnTo>
                    <a:pt x="1142644" y="255600"/>
                  </a:lnTo>
                  <a:lnTo>
                    <a:pt x="11426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372599" y="1938604"/>
              <a:ext cx="1143000" cy="255904"/>
            </a:xfrm>
            <a:custGeom>
              <a:avLst/>
              <a:gdLst/>
              <a:ahLst/>
              <a:cxnLst/>
              <a:rect l="l" t="t" r="r" b="b"/>
              <a:pathLst>
                <a:path w="1143000" h="255905">
                  <a:moveTo>
                    <a:pt x="571322" y="255600"/>
                  </a:moveTo>
                  <a:lnTo>
                    <a:pt x="0" y="255600"/>
                  </a:lnTo>
                  <a:lnTo>
                    <a:pt x="0" y="0"/>
                  </a:lnTo>
                  <a:lnTo>
                    <a:pt x="1142644" y="0"/>
                  </a:lnTo>
                  <a:lnTo>
                    <a:pt x="1142644" y="255600"/>
                  </a:lnTo>
                  <a:lnTo>
                    <a:pt x="571322" y="255600"/>
                  </a:lnTo>
                  <a:close/>
                </a:path>
              </a:pathLst>
            </a:custGeom>
            <a:ln w="93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771481" y="1468780"/>
              <a:ext cx="344881" cy="123158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816121" y="1490395"/>
              <a:ext cx="255904" cy="1143000"/>
            </a:xfrm>
            <a:custGeom>
              <a:avLst/>
              <a:gdLst/>
              <a:ahLst/>
              <a:cxnLst/>
              <a:rect l="l" t="t" r="r" b="b"/>
              <a:pathLst>
                <a:path w="255904" h="1143000">
                  <a:moveTo>
                    <a:pt x="255600" y="0"/>
                  </a:moveTo>
                  <a:lnTo>
                    <a:pt x="0" y="0"/>
                  </a:lnTo>
                  <a:lnTo>
                    <a:pt x="0" y="1142644"/>
                  </a:lnTo>
                  <a:lnTo>
                    <a:pt x="127800" y="1142644"/>
                  </a:lnTo>
                  <a:lnTo>
                    <a:pt x="255600" y="1142644"/>
                  </a:lnTo>
                  <a:lnTo>
                    <a:pt x="255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816121" y="1490395"/>
              <a:ext cx="255904" cy="1143000"/>
            </a:xfrm>
            <a:custGeom>
              <a:avLst/>
              <a:gdLst/>
              <a:ahLst/>
              <a:cxnLst/>
              <a:rect l="l" t="t" r="r" b="b"/>
              <a:pathLst>
                <a:path w="255904" h="1143000">
                  <a:moveTo>
                    <a:pt x="127800" y="1142644"/>
                  </a:moveTo>
                  <a:lnTo>
                    <a:pt x="0" y="1142644"/>
                  </a:lnTo>
                  <a:lnTo>
                    <a:pt x="0" y="0"/>
                  </a:lnTo>
                  <a:lnTo>
                    <a:pt x="255600" y="0"/>
                  </a:lnTo>
                  <a:lnTo>
                    <a:pt x="255600" y="1142644"/>
                  </a:lnTo>
                  <a:lnTo>
                    <a:pt x="127800" y="1142644"/>
                  </a:lnTo>
                  <a:close/>
                </a:path>
              </a:pathLst>
            </a:custGeom>
            <a:ln w="935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2940" y="288988"/>
            <a:ext cx="30435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Project</a:t>
            </a:r>
            <a:r>
              <a:rPr spc="-190" dirty="0"/>
              <a:t> </a:t>
            </a:r>
            <a:r>
              <a:rPr spc="-130" dirty="0"/>
              <a:t>Overview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5635" y="819353"/>
            <a:ext cx="747395" cy="139065"/>
            <a:chOff x="485635" y="819353"/>
            <a:chExt cx="747395" cy="139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635" y="819353"/>
              <a:ext cx="747356" cy="138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658088" y="0"/>
                  </a:moveTo>
                  <a:lnTo>
                    <a:pt x="0" y="0"/>
                  </a:lnTo>
                  <a:lnTo>
                    <a:pt x="0" y="50037"/>
                  </a:lnTo>
                  <a:lnTo>
                    <a:pt x="329044" y="50037"/>
                  </a:lnTo>
                  <a:lnTo>
                    <a:pt x="658088" y="50037"/>
                  </a:lnTo>
                  <a:lnTo>
                    <a:pt x="658088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329044" y="50037"/>
                  </a:moveTo>
                  <a:lnTo>
                    <a:pt x="0" y="50037"/>
                  </a:lnTo>
                  <a:lnTo>
                    <a:pt x="0" y="0"/>
                  </a:lnTo>
                  <a:lnTo>
                    <a:pt x="658088" y="0"/>
                  </a:lnTo>
                  <a:lnTo>
                    <a:pt x="658088" y="50037"/>
                  </a:lnTo>
                  <a:lnTo>
                    <a:pt x="329044" y="50037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85900" y="818908"/>
            <a:ext cx="40887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A</a:t>
            </a:r>
            <a:r>
              <a:rPr sz="1000" spc="-4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unified</a:t>
            </a:r>
            <a:r>
              <a:rPr sz="1000" spc="-3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clinical</a:t>
            </a:r>
            <a:r>
              <a:rPr sz="1000" spc="-4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workspace</a:t>
            </a:r>
            <a:r>
              <a:rPr sz="1000" spc="-3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with</a:t>
            </a:r>
            <a:r>
              <a:rPr sz="1000" spc="-4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research-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led</a:t>
            </a:r>
            <a:r>
              <a:rPr sz="1000" spc="-4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monitoring</a:t>
            </a:r>
            <a:r>
              <a:rPr sz="1000" spc="-3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extensions</a:t>
            </a:r>
            <a:endParaRPr sz="1000">
              <a:latin typeface="Noto Sans"/>
              <a:cs typeface="Noto San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49363" y="1212824"/>
            <a:ext cx="3610610" cy="1506855"/>
            <a:chOff x="549363" y="1212824"/>
            <a:chExt cx="3610610" cy="15068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719" y="1212824"/>
              <a:ext cx="3609721" cy="150625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4359" y="123444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328391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95" y="17916"/>
                  </a:lnTo>
                  <a:lnTo>
                    <a:pt x="92331" y="48770"/>
                  </a:lnTo>
                  <a:lnTo>
                    <a:pt x="48891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88" y="1211649"/>
                  </a:lnTo>
                  <a:lnTo>
                    <a:pt x="2012" y="1212017"/>
                  </a:lnTo>
                  <a:lnTo>
                    <a:pt x="17793" y="1271061"/>
                  </a:lnTo>
                  <a:lnTo>
                    <a:pt x="48770" y="1324988"/>
                  </a:lnTo>
                  <a:lnTo>
                    <a:pt x="92279" y="1368394"/>
                  </a:lnTo>
                  <a:lnTo>
                    <a:pt x="145895" y="1399403"/>
                  </a:lnTo>
                  <a:lnTo>
                    <a:pt x="205302" y="1415307"/>
                  </a:lnTo>
                  <a:lnTo>
                    <a:pt x="236156" y="1417320"/>
                  </a:lnTo>
                  <a:lnTo>
                    <a:pt x="3284283" y="1416964"/>
                  </a:lnTo>
                  <a:lnTo>
                    <a:pt x="3345348" y="1408950"/>
                  </a:lnTo>
                  <a:lnTo>
                    <a:pt x="3402355" y="1385277"/>
                  </a:lnTo>
                  <a:lnTo>
                    <a:pt x="3451228" y="1347884"/>
                  </a:lnTo>
                  <a:lnTo>
                    <a:pt x="3488766" y="1298879"/>
                  </a:lnTo>
                  <a:lnTo>
                    <a:pt x="3512308" y="1242228"/>
                  </a:lnTo>
                  <a:lnTo>
                    <a:pt x="3512432" y="1241861"/>
                  </a:lnTo>
                  <a:lnTo>
                    <a:pt x="3518354" y="1212017"/>
                  </a:lnTo>
                  <a:lnTo>
                    <a:pt x="3518427" y="1211649"/>
                  </a:lnTo>
                  <a:lnTo>
                    <a:pt x="3520415" y="1181163"/>
                  </a:lnTo>
                  <a:lnTo>
                    <a:pt x="3520440" y="1180795"/>
                  </a:lnTo>
                  <a:lnTo>
                    <a:pt x="3520084" y="236156"/>
                  </a:lnTo>
                  <a:lnTo>
                    <a:pt x="3512070" y="175091"/>
                  </a:lnTo>
                  <a:lnTo>
                    <a:pt x="3488397" y="118084"/>
                  </a:lnTo>
                  <a:lnTo>
                    <a:pt x="3451004" y="69211"/>
                  </a:lnTo>
                  <a:lnTo>
                    <a:pt x="3401999" y="31673"/>
                  </a:lnTo>
                  <a:lnTo>
                    <a:pt x="3344981" y="8007"/>
                  </a:lnTo>
                  <a:lnTo>
                    <a:pt x="3314769" y="2012"/>
                  </a:lnTo>
                  <a:lnTo>
                    <a:pt x="32839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4359" y="123444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11" y="69073"/>
                  </a:lnTo>
                  <a:lnTo>
                    <a:pt x="118084" y="31673"/>
                  </a:lnTo>
                  <a:lnTo>
                    <a:pt x="175091" y="8007"/>
                  </a:lnTo>
                  <a:lnTo>
                    <a:pt x="236156" y="0"/>
                  </a:lnTo>
                  <a:lnTo>
                    <a:pt x="3283915" y="0"/>
                  </a:lnTo>
                  <a:lnTo>
                    <a:pt x="3344981" y="8007"/>
                  </a:lnTo>
                  <a:lnTo>
                    <a:pt x="3401999" y="31673"/>
                  </a:lnTo>
                  <a:lnTo>
                    <a:pt x="3451004" y="69211"/>
                  </a:lnTo>
                  <a:lnTo>
                    <a:pt x="3488397" y="118084"/>
                  </a:lnTo>
                  <a:lnTo>
                    <a:pt x="3512070" y="175091"/>
                  </a:lnTo>
                  <a:lnTo>
                    <a:pt x="3520084" y="236156"/>
                  </a:lnTo>
                  <a:lnTo>
                    <a:pt x="3520440" y="1180795"/>
                  </a:lnTo>
                  <a:lnTo>
                    <a:pt x="3518427" y="1211649"/>
                  </a:lnTo>
                  <a:lnTo>
                    <a:pt x="3512432" y="1241861"/>
                  </a:lnTo>
                  <a:lnTo>
                    <a:pt x="3488766" y="1298879"/>
                  </a:lnTo>
                  <a:lnTo>
                    <a:pt x="3451228" y="1347884"/>
                  </a:lnTo>
                  <a:lnTo>
                    <a:pt x="3402355" y="1385277"/>
                  </a:lnTo>
                  <a:lnTo>
                    <a:pt x="3345348" y="1408950"/>
                  </a:lnTo>
                  <a:lnTo>
                    <a:pt x="3284283" y="1416964"/>
                  </a:lnTo>
                  <a:lnTo>
                    <a:pt x="236156" y="1417320"/>
                  </a:lnTo>
                  <a:lnTo>
                    <a:pt x="175091" y="1409312"/>
                  </a:lnTo>
                  <a:lnTo>
                    <a:pt x="118084" y="1385646"/>
                  </a:lnTo>
                  <a:lnTo>
                    <a:pt x="69073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363" y="1212824"/>
              <a:ext cx="152996" cy="150588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4004" y="1234440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4" h="1417320">
                  <a:moveTo>
                    <a:pt x="63715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32029" y="1416964"/>
                  </a:lnTo>
                  <a:lnTo>
                    <a:pt x="63715" y="141696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4004" y="1234440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4" h="1417320">
                  <a:moveTo>
                    <a:pt x="32029" y="1416964"/>
                  </a:moveTo>
                  <a:lnTo>
                    <a:pt x="0" y="141696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416964"/>
                  </a:lnTo>
                  <a:lnTo>
                    <a:pt x="32029" y="1416964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18896" y="1404264"/>
            <a:ext cx="3006725" cy="1086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0" dirty="0">
                <a:solidFill>
                  <a:srgbClr val="122A49"/>
                </a:solidFill>
                <a:latin typeface="Arial Black"/>
                <a:cs typeface="Arial Black"/>
              </a:rPr>
              <a:t>Single-</a:t>
            </a:r>
            <a:r>
              <a:rPr sz="1600" spc="-80" dirty="0">
                <a:solidFill>
                  <a:srgbClr val="122A49"/>
                </a:solidFill>
                <a:latin typeface="Arial Black"/>
                <a:cs typeface="Arial Black"/>
              </a:rPr>
              <a:t>hospital</a:t>
            </a:r>
            <a:r>
              <a:rPr sz="1600" spc="-2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platform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Patient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information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20" dirty="0">
                <a:solidFill>
                  <a:srgbClr val="2C3A48"/>
                </a:solidFill>
                <a:latin typeface="Noto Sans"/>
                <a:cs typeface="Noto Sans"/>
              </a:rPr>
              <a:t>care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workflows</a:t>
            </a:r>
            <a:r>
              <a:rPr sz="14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are</a:t>
            </a:r>
            <a:r>
              <a:rPr sz="14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organized</a:t>
            </a:r>
            <a:r>
              <a:rPr sz="14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within</a:t>
            </a:r>
            <a:r>
              <a:rPr sz="14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one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hospital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context.</a:t>
            </a:r>
            <a:endParaRPr sz="1400">
              <a:latin typeface="Noto Sans"/>
              <a:cs typeface="Noto San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98403" y="1212824"/>
            <a:ext cx="3610610" cy="1506855"/>
            <a:chOff x="4298403" y="1212824"/>
            <a:chExt cx="3610610" cy="150685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8759" y="1212824"/>
              <a:ext cx="3609721" cy="150625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43400" y="123444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328391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95" y="17916"/>
                  </a:lnTo>
                  <a:lnTo>
                    <a:pt x="92331" y="48770"/>
                  </a:lnTo>
                  <a:lnTo>
                    <a:pt x="48891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88" y="1211649"/>
                  </a:lnTo>
                  <a:lnTo>
                    <a:pt x="2012" y="1212017"/>
                  </a:lnTo>
                  <a:lnTo>
                    <a:pt x="17793" y="1271061"/>
                  </a:lnTo>
                  <a:lnTo>
                    <a:pt x="48770" y="1324988"/>
                  </a:lnTo>
                  <a:lnTo>
                    <a:pt x="92279" y="1368394"/>
                  </a:lnTo>
                  <a:lnTo>
                    <a:pt x="145895" y="1399403"/>
                  </a:lnTo>
                  <a:lnTo>
                    <a:pt x="205302" y="1415307"/>
                  </a:lnTo>
                  <a:lnTo>
                    <a:pt x="236156" y="1417320"/>
                  </a:lnTo>
                  <a:lnTo>
                    <a:pt x="3284283" y="1416964"/>
                  </a:lnTo>
                  <a:lnTo>
                    <a:pt x="3345348" y="1408950"/>
                  </a:lnTo>
                  <a:lnTo>
                    <a:pt x="3402355" y="1385277"/>
                  </a:lnTo>
                  <a:lnTo>
                    <a:pt x="3451228" y="1347884"/>
                  </a:lnTo>
                  <a:lnTo>
                    <a:pt x="3488766" y="1298879"/>
                  </a:lnTo>
                  <a:lnTo>
                    <a:pt x="3512308" y="1242228"/>
                  </a:lnTo>
                  <a:lnTo>
                    <a:pt x="3512432" y="1241861"/>
                  </a:lnTo>
                  <a:lnTo>
                    <a:pt x="3518354" y="1212017"/>
                  </a:lnTo>
                  <a:lnTo>
                    <a:pt x="3518427" y="1211649"/>
                  </a:lnTo>
                  <a:lnTo>
                    <a:pt x="3520415" y="1181163"/>
                  </a:lnTo>
                  <a:lnTo>
                    <a:pt x="3520440" y="1180795"/>
                  </a:lnTo>
                  <a:lnTo>
                    <a:pt x="3520084" y="236156"/>
                  </a:lnTo>
                  <a:lnTo>
                    <a:pt x="3512070" y="175091"/>
                  </a:lnTo>
                  <a:lnTo>
                    <a:pt x="3488397" y="118084"/>
                  </a:lnTo>
                  <a:lnTo>
                    <a:pt x="3451004" y="69211"/>
                  </a:lnTo>
                  <a:lnTo>
                    <a:pt x="3401999" y="31673"/>
                  </a:lnTo>
                  <a:lnTo>
                    <a:pt x="3344981" y="8007"/>
                  </a:lnTo>
                  <a:lnTo>
                    <a:pt x="3314769" y="2012"/>
                  </a:lnTo>
                  <a:lnTo>
                    <a:pt x="32839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43400" y="123444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11" y="69073"/>
                  </a:lnTo>
                  <a:lnTo>
                    <a:pt x="118084" y="31673"/>
                  </a:lnTo>
                  <a:lnTo>
                    <a:pt x="175091" y="8007"/>
                  </a:lnTo>
                  <a:lnTo>
                    <a:pt x="236156" y="0"/>
                  </a:lnTo>
                  <a:lnTo>
                    <a:pt x="3283915" y="0"/>
                  </a:lnTo>
                  <a:lnTo>
                    <a:pt x="3344981" y="8007"/>
                  </a:lnTo>
                  <a:lnTo>
                    <a:pt x="3401999" y="31673"/>
                  </a:lnTo>
                  <a:lnTo>
                    <a:pt x="3451004" y="69211"/>
                  </a:lnTo>
                  <a:lnTo>
                    <a:pt x="3488397" y="118084"/>
                  </a:lnTo>
                  <a:lnTo>
                    <a:pt x="3512070" y="175091"/>
                  </a:lnTo>
                  <a:lnTo>
                    <a:pt x="3520084" y="236156"/>
                  </a:lnTo>
                  <a:lnTo>
                    <a:pt x="3520440" y="1180795"/>
                  </a:lnTo>
                  <a:lnTo>
                    <a:pt x="3518427" y="1211649"/>
                  </a:lnTo>
                  <a:lnTo>
                    <a:pt x="3512432" y="1241861"/>
                  </a:lnTo>
                  <a:lnTo>
                    <a:pt x="3488766" y="1298879"/>
                  </a:lnTo>
                  <a:lnTo>
                    <a:pt x="3451228" y="1347884"/>
                  </a:lnTo>
                  <a:lnTo>
                    <a:pt x="3402355" y="1385277"/>
                  </a:lnTo>
                  <a:lnTo>
                    <a:pt x="3345348" y="1408950"/>
                  </a:lnTo>
                  <a:lnTo>
                    <a:pt x="3284283" y="1416964"/>
                  </a:lnTo>
                  <a:lnTo>
                    <a:pt x="236156" y="1417320"/>
                  </a:lnTo>
                  <a:lnTo>
                    <a:pt x="175091" y="1409312"/>
                  </a:lnTo>
                  <a:lnTo>
                    <a:pt x="118084" y="1385646"/>
                  </a:lnTo>
                  <a:lnTo>
                    <a:pt x="69073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98403" y="1212824"/>
              <a:ext cx="152996" cy="150588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343044" y="1234440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5" h="1417320">
                  <a:moveTo>
                    <a:pt x="63715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32029" y="1416964"/>
                  </a:lnTo>
                  <a:lnTo>
                    <a:pt x="63715" y="141696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43044" y="1234440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5" h="1417320">
                  <a:moveTo>
                    <a:pt x="32029" y="1416964"/>
                  </a:moveTo>
                  <a:lnTo>
                    <a:pt x="0" y="141696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416964"/>
                  </a:lnTo>
                  <a:lnTo>
                    <a:pt x="32029" y="1416964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567935" y="1404264"/>
            <a:ext cx="3055620" cy="1086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75" dirty="0">
                <a:solidFill>
                  <a:srgbClr val="122A49"/>
                </a:solidFill>
                <a:latin typeface="Arial Black"/>
                <a:cs typeface="Arial Black"/>
              </a:rPr>
              <a:t>AI-</a:t>
            </a:r>
            <a:r>
              <a:rPr sz="1600" spc="-125" dirty="0">
                <a:solidFill>
                  <a:srgbClr val="122A49"/>
                </a:solidFill>
                <a:latin typeface="Arial Black"/>
                <a:cs typeface="Arial Black"/>
              </a:rPr>
              <a:t>assisted</a:t>
            </a:r>
            <a:r>
              <a:rPr sz="1600" spc="-5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reports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Medical-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report</a:t>
            </a:r>
            <a:r>
              <a:rPr sz="1400" spc="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descriptions/analysis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are</a:t>
            </a:r>
            <a:r>
              <a:rPr sz="14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displayed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to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 support—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not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replace—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clinical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review.</a:t>
            </a:r>
            <a:endParaRPr sz="1400">
              <a:latin typeface="Noto Sans"/>
              <a:cs typeface="Noto San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47443" y="1212824"/>
            <a:ext cx="3610610" cy="1506855"/>
            <a:chOff x="8047443" y="1212824"/>
            <a:chExt cx="3610610" cy="1506855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7799" y="1212824"/>
              <a:ext cx="3609721" cy="150625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092439" y="123444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328391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95" y="17916"/>
                  </a:lnTo>
                  <a:lnTo>
                    <a:pt x="92331" y="48770"/>
                  </a:lnTo>
                  <a:lnTo>
                    <a:pt x="48891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88" y="1211649"/>
                  </a:lnTo>
                  <a:lnTo>
                    <a:pt x="2012" y="1212017"/>
                  </a:lnTo>
                  <a:lnTo>
                    <a:pt x="7934" y="1241861"/>
                  </a:lnTo>
                  <a:lnTo>
                    <a:pt x="8007" y="1242228"/>
                  </a:lnTo>
                  <a:lnTo>
                    <a:pt x="17793" y="1271061"/>
                  </a:lnTo>
                  <a:lnTo>
                    <a:pt x="17916" y="1271424"/>
                  </a:lnTo>
                  <a:lnTo>
                    <a:pt x="48770" y="1324988"/>
                  </a:lnTo>
                  <a:lnTo>
                    <a:pt x="92279" y="1368394"/>
                  </a:lnTo>
                  <a:lnTo>
                    <a:pt x="145895" y="1399403"/>
                  </a:lnTo>
                  <a:lnTo>
                    <a:pt x="205302" y="1415307"/>
                  </a:lnTo>
                  <a:lnTo>
                    <a:pt x="236156" y="1417320"/>
                  </a:lnTo>
                  <a:lnTo>
                    <a:pt x="3284283" y="1416964"/>
                  </a:lnTo>
                  <a:lnTo>
                    <a:pt x="3345348" y="1408950"/>
                  </a:lnTo>
                  <a:lnTo>
                    <a:pt x="3402355" y="1385277"/>
                  </a:lnTo>
                  <a:lnTo>
                    <a:pt x="3451228" y="1347884"/>
                  </a:lnTo>
                  <a:lnTo>
                    <a:pt x="3488766" y="1298879"/>
                  </a:lnTo>
                  <a:lnTo>
                    <a:pt x="3512308" y="1242228"/>
                  </a:lnTo>
                  <a:lnTo>
                    <a:pt x="3512432" y="1241861"/>
                  </a:lnTo>
                  <a:lnTo>
                    <a:pt x="3518354" y="1212017"/>
                  </a:lnTo>
                  <a:lnTo>
                    <a:pt x="3518427" y="1211649"/>
                  </a:lnTo>
                  <a:lnTo>
                    <a:pt x="3520415" y="1181163"/>
                  </a:lnTo>
                  <a:lnTo>
                    <a:pt x="3520439" y="1180795"/>
                  </a:lnTo>
                  <a:lnTo>
                    <a:pt x="3520084" y="236156"/>
                  </a:lnTo>
                  <a:lnTo>
                    <a:pt x="3512070" y="175091"/>
                  </a:lnTo>
                  <a:lnTo>
                    <a:pt x="3488397" y="118084"/>
                  </a:lnTo>
                  <a:lnTo>
                    <a:pt x="3451004" y="69211"/>
                  </a:lnTo>
                  <a:lnTo>
                    <a:pt x="3401999" y="31673"/>
                  </a:lnTo>
                  <a:lnTo>
                    <a:pt x="3344981" y="8007"/>
                  </a:lnTo>
                  <a:lnTo>
                    <a:pt x="3314769" y="2012"/>
                  </a:lnTo>
                  <a:lnTo>
                    <a:pt x="32839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92439" y="123444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11" y="69073"/>
                  </a:lnTo>
                  <a:lnTo>
                    <a:pt x="118084" y="31673"/>
                  </a:lnTo>
                  <a:lnTo>
                    <a:pt x="175091" y="8007"/>
                  </a:lnTo>
                  <a:lnTo>
                    <a:pt x="236156" y="0"/>
                  </a:lnTo>
                  <a:lnTo>
                    <a:pt x="3283915" y="0"/>
                  </a:lnTo>
                  <a:lnTo>
                    <a:pt x="3344981" y="8007"/>
                  </a:lnTo>
                  <a:lnTo>
                    <a:pt x="3401999" y="31673"/>
                  </a:lnTo>
                  <a:lnTo>
                    <a:pt x="3451004" y="69211"/>
                  </a:lnTo>
                  <a:lnTo>
                    <a:pt x="3488397" y="118084"/>
                  </a:lnTo>
                  <a:lnTo>
                    <a:pt x="3512070" y="175091"/>
                  </a:lnTo>
                  <a:lnTo>
                    <a:pt x="3520084" y="236156"/>
                  </a:lnTo>
                  <a:lnTo>
                    <a:pt x="3520439" y="1180795"/>
                  </a:lnTo>
                  <a:lnTo>
                    <a:pt x="3518427" y="1211649"/>
                  </a:lnTo>
                  <a:lnTo>
                    <a:pt x="3512432" y="1241861"/>
                  </a:lnTo>
                  <a:lnTo>
                    <a:pt x="3488766" y="1298879"/>
                  </a:lnTo>
                  <a:lnTo>
                    <a:pt x="3451228" y="1347884"/>
                  </a:lnTo>
                  <a:lnTo>
                    <a:pt x="3402355" y="1385277"/>
                  </a:lnTo>
                  <a:lnTo>
                    <a:pt x="3345348" y="1408950"/>
                  </a:lnTo>
                  <a:lnTo>
                    <a:pt x="3284283" y="1416964"/>
                  </a:lnTo>
                  <a:lnTo>
                    <a:pt x="236156" y="1417320"/>
                  </a:lnTo>
                  <a:lnTo>
                    <a:pt x="175091" y="1409312"/>
                  </a:lnTo>
                  <a:lnTo>
                    <a:pt x="118084" y="1385646"/>
                  </a:lnTo>
                  <a:lnTo>
                    <a:pt x="69073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7443" y="1212824"/>
              <a:ext cx="152996" cy="150588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092084" y="1234440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4" h="1417320">
                  <a:moveTo>
                    <a:pt x="63715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32029" y="1416964"/>
                  </a:lnTo>
                  <a:lnTo>
                    <a:pt x="63715" y="141696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92084" y="1234440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4" h="1417320">
                  <a:moveTo>
                    <a:pt x="32029" y="1416964"/>
                  </a:moveTo>
                  <a:lnTo>
                    <a:pt x="0" y="141696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416964"/>
                  </a:lnTo>
                  <a:lnTo>
                    <a:pt x="32029" y="1416964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316976" y="1404264"/>
            <a:ext cx="2742565" cy="1086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10" dirty="0">
                <a:solidFill>
                  <a:srgbClr val="122A49"/>
                </a:solidFill>
                <a:latin typeface="Arial Black"/>
                <a:cs typeface="Arial Black"/>
              </a:rPr>
              <a:t>Role-</a:t>
            </a:r>
            <a:r>
              <a:rPr sz="1600" spc="-114" dirty="0">
                <a:solidFill>
                  <a:srgbClr val="122A49"/>
                </a:solidFill>
                <a:latin typeface="Arial Black"/>
                <a:cs typeface="Arial Black"/>
              </a:rPr>
              <a:t>based</a:t>
            </a:r>
            <a:r>
              <a:rPr sz="1600" spc="-5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workflows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Admin,</a:t>
            </a:r>
            <a:r>
              <a:rPr sz="14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doctor,</a:t>
            </a:r>
            <a:r>
              <a:rPr sz="14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patient/guardian,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caretaker</a:t>
            </a:r>
            <a:r>
              <a:rPr sz="14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4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nursing responsibilities.</a:t>
            </a:r>
            <a:endParaRPr sz="1400">
              <a:latin typeface="Noto Sans"/>
              <a:cs typeface="Noto San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49363" y="2904464"/>
            <a:ext cx="3610610" cy="1506855"/>
            <a:chOff x="549363" y="2904464"/>
            <a:chExt cx="3610610" cy="1506855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719" y="2904464"/>
              <a:ext cx="3609721" cy="150625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94359" y="2926079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328391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95" y="17916"/>
                  </a:lnTo>
                  <a:lnTo>
                    <a:pt x="92331" y="48770"/>
                  </a:lnTo>
                  <a:lnTo>
                    <a:pt x="48891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7934" y="1241861"/>
                  </a:lnTo>
                  <a:lnTo>
                    <a:pt x="31673" y="1299235"/>
                  </a:lnTo>
                  <a:lnTo>
                    <a:pt x="69073" y="1348108"/>
                  </a:lnTo>
                  <a:lnTo>
                    <a:pt x="118084" y="1385646"/>
                  </a:lnTo>
                  <a:lnTo>
                    <a:pt x="175091" y="1409312"/>
                  </a:lnTo>
                  <a:lnTo>
                    <a:pt x="236156" y="1417320"/>
                  </a:lnTo>
                  <a:lnTo>
                    <a:pt x="3284283" y="1416964"/>
                  </a:lnTo>
                  <a:lnTo>
                    <a:pt x="3345348" y="1408950"/>
                  </a:lnTo>
                  <a:lnTo>
                    <a:pt x="3402355" y="1385277"/>
                  </a:lnTo>
                  <a:lnTo>
                    <a:pt x="3451228" y="1347884"/>
                  </a:lnTo>
                  <a:lnTo>
                    <a:pt x="3488766" y="1298879"/>
                  </a:lnTo>
                  <a:lnTo>
                    <a:pt x="3512308" y="1242228"/>
                  </a:lnTo>
                  <a:lnTo>
                    <a:pt x="3512432" y="1241861"/>
                  </a:lnTo>
                  <a:lnTo>
                    <a:pt x="3518354" y="1212017"/>
                  </a:lnTo>
                  <a:lnTo>
                    <a:pt x="3518427" y="1211649"/>
                  </a:lnTo>
                  <a:lnTo>
                    <a:pt x="3520415" y="1181163"/>
                  </a:lnTo>
                  <a:lnTo>
                    <a:pt x="3520084" y="236156"/>
                  </a:lnTo>
                  <a:lnTo>
                    <a:pt x="3512070" y="175091"/>
                  </a:lnTo>
                  <a:lnTo>
                    <a:pt x="3488397" y="118084"/>
                  </a:lnTo>
                  <a:lnTo>
                    <a:pt x="3451004" y="69211"/>
                  </a:lnTo>
                  <a:lnTo>
                    <a:pt x="3401999" y="31673"/>
                  </a:lnTo>
                  <a:lnTo>
                    <a:pt x="3344981" y="8007"/>
                  </a:lnTo>
                  <a:lnTo>
                    <a:pt x="3314769" y="2012"/>
                  </a:lnTo>
                  <a:lnTo>
                    <a:pt x="32839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94359" y="2926079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11" y="69073"/>
                  </a:lnTo>
                  <a:lnTo>
                    <a:pt x="118084" y="31673"/>
                  </a:lnTo>
                  <a:lnTo>
                    <a:pt x="175091" y="8007"/>
                  </a:lnTo>
                  <a:lnTo>
                    <a:pt x="236156" y="0"/>
                  </a:lnTo>
                  <a:lnTo>
                    <a:pt x="3283915" y="0"/>
                  </a:lnTo>
                  <a:lnTo>
                    <a:pt x="3344981" y="8007"/>
                  </a:lnTo>
                  <a:lnTo>
                    <a:pt x="3401999" y="31673"/>
                  </a:lnTo>
                  <a:lnTo>
                    <a:pt x="3451004" y="69211"/>
                  </a:lnTo>
                  <a:lnTo>
                    <a:pt x="3488397" y="118084"/>
                  </a:lnTo>
                  <a:lnTo>
                    <a:pt x="3512070" y="175091"/>
                  </a:lnTo>
                  <a:lnTo>
                    <a:pt x="3520084" y="236156"/>
                  </a:lnTo>
                  <a:lnTo>
                    <a:pt x="3520440" y="1180795"/>
                  </a:lnTo>
                  <a:lnTo>
                    <a:pt x="3518427" y="1211649"/>
                  </a:lnTo>
                  <a:lnTo>
                    <a:pt x="3512432" y="1241861"/>
                  </a:lnTo>
                  <a:lnTo>
                    <a:pt x="3488766" y="1298879"/>
                  </a:lnTo>
                  <a:lnTo>
                    <a:pt x="3451228" y="1347884"/>
                  </a:lnTo>
                  <a:lnTo>
                    <a:pt x="3402355" y="1385277"/>
                  </a:lnTo>
                  <a:lnTo>
                    <a:pt x="3345348" y="1408950"/>
                  </a:lnTo>
                  <a:lnTo>
                    <a:pt x="3284283" y="1416964"/>
                  </a:lnTo>
                  <a:lnTo>
                    <a:pt x="236156" y="1417320"/>
                  </a:lnTo>
                  <a:lnTo>
                    <a:pt x="175091" y="1409312"/>
                  </a:lnTo>
                  <a:lnTo>
                    <a:pt x="118084" y="1385646"/>
                  </a:lnTo>
                  <a:lnTo>
                    <a:pt x="69073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363" y="2904464"/>
              <a:ext cx="152996" cy="150588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94004" y="2926079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4" h="1417320">
                  <a:moveTo>
                    <a:pt x="63715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32029" y="1416964"/>
                  </a:lnTo>
                  <a:lnTo>
                    <a:pt x="63715" y="141696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4004" y="2926079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4" h="1417320">
                  <a:moveTo>
                    <a:pt x="32029" y="1416964"/>
                  </a:moveTo>
                  <a:lnTo>
                    <a:pt x="0" y="141696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416964"/>
                  </a:lnTo>
                  <a:lnTo>
                    <a:pt x="32029" y="1416964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18896" y="3095904"/>
            <a:ext cx="2964180" cy="1086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80" dirty="0">
                <a:solidFill>
                  <a:srgbClr val="122A49"/>
                </a:solidFill>
                <a:latin typeface="Arial Black"/>
                <a:cs typeface="Arial Black"/>
              </a:rPr>
              <a:t>Patient</a:t>
            </a:r>
            <a:r>
              <a:rPr sz="1600" spc="-8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5" dirty="0">
                <a:solidFill>
                  <a:srgbClr val="122A49"/>
                </a:solidFill>
                <a:latin typeface="Arial Black"/>
                <a:cs typeface="Arial Black"/>
              </a:rPr>
              <a:t>record</a:t>
            </a:r>
            <a:r>
              <a:rPr sz="1600" spc="-8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continuity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Reports,</a:t>
            </a:r>
            <a:r>
              <a:rPr sz="14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tests,</a:t>
            </a:r>
            <a:r>
              <a:rPr sz="14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appointments</a:t>
            </a:r>
            <a:r>
              <a:rPr sz="14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and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health</a:t>
            </a:r>
            <a:r>
              <a:rPr sz="14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information</a:t>
            </a:r>
            <a:r>
              <a:rPr sz="14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can</a:t>
            </a:r>
            <a:r>
              <a:rPr sz="14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be</a:t>
            </a:r>
            <a:r>
              <a:rPr sz="14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linked</a:t>
            </a:r>
            <a:r>
              <a:rPr sz="14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to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unique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Patient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ID.</a:t>
            </a:r>
            <a:endParaRPr sz="1400">
              <a:latin typeface="Noto Sans"/>
              <a:cs typeface="Noto San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298403" y="2904464"/>
            <a:ext cx="3610610" cy="1506855"/>
            <a:chOff x="4298403" y="2904464"/>
            <a:chExt cx="3610610" cy="1506855"/>
          </a:xfrm>
        </p:grpSpPr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8759" y="2904464"/>
              <a:ext cx="3609721" cy="150625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343400" y="2926079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328391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95" y="17916"/>
                  </a:lnTo>
                  <a:lnTo>
                    <a:pt x="92331" y="48770"/>
                  </a:lnTo>
                  <a:lnTo>
                    <a:pt x="48891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7934" y="1241861"/>
                  </a:lnTo>
                  <a:lnTo>
                    <a:pt x="31673" y="1299235"/>
                  </a:lnTo>
                  <a:lnTo>
                    <a:pt x="69073" y="1348108"/>
                  </a:lnTo>
                  <a:lnTo>
                    <a:pt x="118084" y="1385646"/>
                  </a:lnTo>
                  <a:lnTo>
                    <a:pt x="175091" y="1409312"/>
                  </a:lnTo>
                  <a:lnTo>
                    <a:pt x="236156" y="1417320"/>
                  </a:lnTo>
                  <a:lnTo>
                    <a:pt x="3284283" y="1416964"/>
                  </a:lnTo>
                  <a:lnTo>
                    <a:pt x="3345348" y="1408950"/>
                  </a:lnTo>
                  <a:lnTo>
                    <a:pt x="3402355" y="1385277"/>
                  </a:lnTo>
                  <a:lnTo>
                    <a:pt x="3451228" y="1347884"/>
                  </a:lnTo>
                  <a:lnTo>
                    <a:pt x="3488766" y="1298879"/>
                  </a:lnTo>
                  <a:lnTo>
                    <a:pt x="3512308" y="1242228"/>
                  </a:lnTo>
                  <a:lnTo>
                    <a:pt x="3512432" y="1241861"/>
                  </a:lnTo>
                  <a:lnTo>
                    <a:pt x="3518354" y="1212017"/>
                  </a:lnTo>
                  <a:lnTo>
                    <a:pt x="3518427" y="1211649"/>
                  </a:lnTo>
                  <a:lnTo>
                    <a:pt x="3520415" y="1181163"/>
                  </a:lnTo>
                  <a:lnTo>
                    <a:pt x="3520084" y="236156"/>
                  </a:lnTo>
                  <a:lnTo>
                    <a:pt x="3512070" y="175091"/>
                  </a:lnTo>
                  <a:lnTo>
                    <a:pt x="3488397" y="118084"/>
                  </a:lnTo>
                  <a:lnTo>
                    <a:pt x="3451004" y="69211"/>
                  </a:lnTo>
                  <a:lnTo>
                    <a:pt x="3401999" y="31673"/>
                  </a:lnTo>
                  <a:lnTo>
                    <a:pt x="3344981" y="8007"/>
                  </a:lnTo>
                  <a:lnTo>
                    <a:pt x="3314769" y="2012"/>
                  </a:lnTo>
                  <a:lnTo>
                    <a:pt x="32839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343400" y="2926079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11" y="69073"/>
                  </a:lnTo>
                  <a:lnTo>
                    <a:pt x="118084" y="31673"/>
                  </a:lnTo>
                  <a:lnTo>
                    <a:pt x="175091" y="8007"/>
                  </a:lnTo>
                  <a:lnTo>
                    <a:pt x="236156" y="0"/>
                  </a:lnTo>
                  <a:lnTo>
                    <a:pt x="3283915" y="0"/>
                  </a:lnTo>
                  <a:lnTo>
                    <a:pt x="3344981" y="8007"/>
                  </a:lnTo>
                  <a:lnTo>
                    <a:pt x="3401999" y="31673"/>
                  </a:lnTo>
                  <a:lnTo>
                    <a:pt x="3451004" y="69211"/>
                  </a:lnTo>
                  <a:lnTo>
                    <a:pt x="3488397" y="118084"/>
                  </a:lnTo>
                  <a:lnTo>
                    <a:pt x="3512070" y="175091"/>
                  </a:lnTo>
                  <a:lnTo>
                    <a:pt x="3520084" y="236156"/>
                  </a:lnTo>
                  <a:lnTo>
                    <a:pt x="3520440" y="1180795"/>
                  </a:lnTo>
                  <a:lnTo>
                    <a:pt x="3518427" y="1211649"/>
                  </a:lnTo>
                  <a:lnTo>
                    <a:pt x="3512432" y="1241861"/>
                  </a:lnTo>
                  <a:lnTo>
                    <a:pt x="3488766" y="1298879"/>
                  </a:lnTo>
                  <a:lnTo>
                    <a:pt x="3451228" y="1347884"/>
                  </a:lnTo>
                  <a:lnTo>
                    <a:pt x="3402355" y="1385277"/>
                  </a:lnTo>
                  <a:lnTo>
                    <a:pt x="3345348" y="1408950"/>
                  </a:lnTo>
                  <a:lnTo>
                    <a:pt x="3284283" y="1416964"/>
                  </a:lnTo>
                  <a:lnTo>
                    <a:pt x="236156" y="1417320"/>
                  </a:lnTo>
                  <a:lnTo>
                    <a:pt x="175091" y="1409312"/>
                  </a:lnTo>
                  <a:lnTo>
                    <a:pt x="118084" y="1385646"/>
                  </a:lnTo>
                  <a:lnTo>
                    <a:pt x="69073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98403" y="2904464"/>
              <a:ext cx="152996" cy="150588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343044" y="2926079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5" h="1417320">
                  <a:moveTo>
                    <a:pt x="63715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32029" y="1416964"/>
                  </a:lnTo>
                  <a:lnTo>
                    <a:pt x="63715" y="141696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343044" y="2926079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5" h="1417320">
                  <a:moveTo>
                    <a:pt x="32029" y="1416964"/>
                  </a:moveTo>
                  <a:lnTo>
                    <a:pt x="0" y="141696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416964"/>
                  </a:lnTo>
                  <a:lnTo>
                    <a:pt x="32029" y="1416964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567935" y="3095904"/>
            <a:ext cx="2992755" cy="87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30" dirty="0">
                <a:solidFill>
                  <a:srgbClr val="122A49"/>
                </a:solidFill>
                <a:latin typeface="Arial Black"/>
                <a:cs typeface="Arial Black"/>
              </a:rPr>
              <a:t>Care</a:t>
            </a:r>
            <a:r>
              <a:rPr sz="1600" spc="-114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coordination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Medication,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exercise,</a:t>
            </a:r>
            <a:r>
              <a:rPr sz="14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appointments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authorized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caretaker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access.</a:t>
            </a:r>
            <a:endParaRPr sz="1400">
              <a:latin typeface="Noto Sans"/>
              <a:cs typeface="Noto Sans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047443" y="2904464"/>
            <a:ext cx="3610610" cy="1506855"/>
            <a:chOff x="8047443" y="2904464"/>
            <a:chExt cx="3610610" cy="1506855"/>
          </a:xfrm>
        </p:grpSpPr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7799" y="2904464"/>
              <a:ext cx="3609721" cy="1506258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8092439" y="2926079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3283915" y="0"/>
                  </a:moveTo>
                  <a:lnTo>
                    <a:pt x="236156" y="0"/>
                  </a:lnTo>
                  <a:lnTo>
                    <a:pt x="205302" y="2012"/>
                  </a:lnTo>
                  <a:lnTo>
                    <a:pt x="145895" y="17916"/>
                  </a:lnTo>
                  <a:lnTo>
                    <a:pt x="92331" y="48770"/>
                  </a:lnTo>
                  <a:lnTo>
                    <a:pt x="48891" y="92331"/>
                  </a:lnTo>
                  <a:lnTo>
                    <a:pt x="17916" y="145895"/>
                  </a:lnTo>
                  <a:lnTo>
                    <a:pt x="2012" y="205302"/>
                  </a:lnTo>
                  <a:lnTo>
                    <a:pt x="0" y="236156"/>
                  </a:lnTo>
                  <a:lnTo>
                    <a:pt x="0" y="1181163"/>
                  </a:lnTo>
                  <a:lnTo>
                    <a:pt x="1988" y="1211649"/>
                  </a:lnTo>
                  <a:lnTo>
                    <a:pt x="2012" y="1212017"/>
                  </a:lnTo>
                  <a:lnTo>
                    <a:pt x="7934" y="1241861"/>
                  </a:lnTo>
                  <a:lnTo>
                    <a:pt x="8007" y="1242228"/>
                  </a:lnTo>
                  <a:lnTo>
                    <a:pt x="17793" y="1271061"/>
                  </a:lnTo>
                  <a:lnTo>
                    <a:pt x="17916" y="1271424"/>
                  </a:lnTo>
                  <a:lnTo>
                    <a:pt x="48770" y="1324988"/>
                  </a:lnTo>
                  <a:lnTo>
                    <a:pt x="92279" y="1368394"/>
                  </a:lnTo>
                  <a:lnTo>
                    <a:pt x="145895" y="1399403"/>
                  </a:lnTo>
                  <a:lnTo>
                    <a:pt x="205302" y="1415307"/>
                  </a:lnTo>
                  <a:lnTo>
                    <a:pt x="236156" y="1417320"/>
                  </a:lnTo>
                  <a:lnTo>
                    <a:pt x="3284283" y="1416964"/>
                  </a:lnTo>
                  <a:lnTo>
                    <a:pt x="3345348" y="1408950"/>
                  </a:lnTo>
                  <a:lnTo>
                    <a:pt x="3402355" y="1385277"/>
                  </a:lnTo>
                  <a:lnTo>
                    <a:pt x="3451228" y="1347884"/>
                  </a:lnTo>
                  <a:lnTo>
                    <a:pt x="3488766" y="1298879"/>
                  </a:lnTo>
                  <a:lnTo>
                    <a:pt x="3512308" y="1242228"/>
                  </a:lnTo>
                  <a:lnTo>
                    <a:pt x="3512432" y="1241861"/>
                  </a:lnTo>
                  <a:lnTo>
                    <a:pt x="3518354" y="1212017"/>
                  </a:lnTo>
                  <a:lnTo>
                    <a:pt x="3518427" y="1211649"/>
                  </a:lnTo>
                  <a:lnTo>
                    <a:pt x="3520415" y="1181163"/>
                  </a:lnTo>
                  <a:lnTo>
                    <a:pt x="3520084" y="236156"/>
                  </a:lnTo>
                  <a:lnTo>
                    <a:pt x="3512070" y="175091"/>
                  </a:lnTo>
                  <a:lnTo>
                    <a:pt x="3488397" y="118084"/>
                  </a:lnTo>
                  <a:lnTo>
                    <a:pt x="3451004" y="69211"/>
                  </a:lnTo>
                  <a:lnTo>
                    <a:pt x="3401999" y="31673"/>
                  </a:lnTo>
                  <a:lnTo>
                    <a:pt x="3344981" y="8007"/>
                  </a:lnTo>
                  <a:lnTo>
                    <a:pt x="3314769" y="2012"/>
                  </a:lnTo>
                  <a:lnTo>
                    <a:pt x="32839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092439" y="2926079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0" y="236156"/>
                  </a:moveTo>
                  <a:lnTo>
                    <a:pt x="2012" y="205302"/>
                  </a:lnTo>
                  <a:lnTo>
                    <a:pt x="8007" y="175091"/>
                  </a:lnTo>
                  <a:lnTo>
                    <a:pt x="31673" y="118084"/>
                  </a:lnTo>
                  <a:lnTo>
                    <a:pt x="69211" y="69073"/>
                  </a:lnTo>
                  <a:lnTo>
                    <a:pt x="118084" y="31673"/>
                  </a:lnTo>
                  <a:lnTo>
                    <a:pt x="175091" y="8007"/>
                  </a:lnTo>
                  <a:lnTo>
                    <a:pt x="236156" y="0"/>
                  </a:lnTo>
                  <a:lnTo>
                    <a:pt x="3283915" y="0"/>
                  </a:lnTo>
                  <a:lnTo>
                    <a:pt x="3344981" y="8007"/>
                  </a:lnTo>
                  <a:lnTo>
                    <a:pt x="3401999" y="31673"/>
                  </a:lnTo>
                  <a:lnTo>
                    <a:pt x="3451004" y="69211"/>
                  </a:lnTo>
                  <a:lnTo>
                    <a:pt x="3488397" y="118084"/>
                  </a:lnTo>
                  <a:lnTo>
                    <a:pt x="3512070" y="175091"/>
                  </a:lnTo>
                  <a:lnTo>
                    <a:pt x="3520084" y="236156"/>
                  </a:lnTo>
                  <a:lnTo>
                    <a:pt x="3520439" y="1180795"/>
                  </a:lnTo>
                  <a:lnTo>
                    <a:pt x="3518427" y="1211649"/>
                  </a:lnTo>
                  <a:lnTo>
                    <a:pt x="3512432" y="1241861"/>
                  </a:lnTo>
                  <a:lnTo>
                    <a:pt x="3488766" y="1298879"/>
                  </a:lnTo>
                  <a:lnTo>
                    <a:pt x="3451228" y="1347884"/>
                  </a:lnTo>
                  <a:lnTo>
                    <a:pt x="3402355" y="1385277"/>
                  </a:lnTo>
                  <a:lnTo>
                    <a:pt x="3345348" y="1408950"/>
                  </a:lnTo>
                  <a:lnTo>
                    <a:pt x="3284283" y="1416964"/>
                  </a:lnTo>
                  <a:lnTo>
                    <a:pt x="236156" y="1417320"/>
                  </a:lnTo>
                  <a:lnTo>
                    <a:pt x="175091" y="1409312"/>
                  </a:lnTo>
                  <a:lnTo>
                    <a:pt x="118084" y="1385646"/>
                  </a:lnTo>
                  <a:lnTo>
                    <a:pt x="69073" y="1348108"/>
                  </a:lnTo>
                  <a:lnTo>
                    <a:pt x="31673" y="1299235"/>
                  </a:lnTo>
                  <a:lnTo>
                    <a:pt x="8007" y="1242228"/>
                  </a:lnTo>
                  <a:lnTo>
                    <a:pt x="0" y="1181163"/>
                  </a:lnTo>
                  <a:lnTo>
                    <a:pt x="0" y="236156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7443" y="2904464"/>
              <a:ext cx="152996" cy="150588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092084" y="2926079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4" h="1417320">
                  <a:moveTo>
                    <a:pt x="63715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32029" y="1416964"/>
                  </a:lnTo>
                  <a:lnTo>
                    <a:pt x="63715" y="141696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092084" y="2926079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4" h="1417320">
                  <a:moveTo>
                    <a:pt x="32029" y="1416964"/>
                  </a:moveTo>
                  <a:lnTo>
                    <a:pt x="0" y="141696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416964"/>
                  </a:lnTo>
                  <a:lnTo>
                    <a:pt x="32029" y="1416964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8316976" y="3095904"/>
            <a:ext cx="2846070" cy="1086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122A49"/>
                </a:solidFill>
                <a:latin typeface="Arial Black"/>
                <a:cs typeface="Arial Black"/>
              </a:rPr>
              <a:t>Monitoring</a:t>
            </a:r>
            <a:r>
              <a:rPr sz="1600" spc="-4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research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Mattress/cradle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 sensing and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Wi-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Fi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CSI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are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research/prototype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directions</a:t>
            </a:r>
            <a:r>
              <a:rPr sz="14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unless</a:t>
            </a:r>
            <a:r>
              <a:rPr sz="14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validated.</a:t>
            </a:r>
            <a:endParaRPr sz="1400">
              <a:latin typeface="Noto Sans"/>
              <a:cs typeface="Noto Sans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Problem</a:t>
            </a:r>
            <a:r>
              <a:rPr spc="-195" dirty="0"/>
              <a:t> </a:t>
            </a:r>
            <a:r>
              <a:rPr spc="-130" dirty="0"/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5635" y="819353"/>
            <a:ext cx="747395" cy="139065"/>
            <a:chOff x="485635" y="819353"/>
            <a:chExt cx="747395" cy="139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635" y="819353"/>
              <a:ext cx="747356" cy="138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658088" y="0"/>
                  </a:moveTo>
                  <a:lnTo>
                    <a:pt x="0" y="0"/>
                  </a:lnTo>
                  <a:lnTo>
                    <a:pt x="0" y="50037"/>
                  </a:lnTo>
                  <a:lnTo>
                    <a:pt x="329044" y="50037"/>
                  </a:lnTo>
                  <a:lnTo>
                    <a:pt x="658088" y="50037"/>
                  </a:lnTo>
                  <a:lnTo>
                    <a:pt x="658088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329044" y="50037"/>
                  </a:moveTo>
                  <a:lnTo>
                    <a:pt x="0" y="50037"/>
                  </a:lnTo>
                  <a:lnTo>
                    <a:pt x="0" y="0"/>
                  </a:lnTo>
                  <a:lnTo>
                    <a:pt x="658088" y="0"/>
                  </a:lnTo>
                  <a:lnTo>
                    <a:pt x="658088" y="50037"/>
                  </a:lnTo>
                  <a:lnTo>
                    <a:pt x="329044" y="50037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85900" y="818908"/>
            <a:ext cx="33489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Why</a:t>
            </a:r>
            <a:r>
              <a:rPr sz="1000" spc="-1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an</a:t>
            </a:r>
            <a:r>
              <a:rPr sz="1000" spc="-1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integrated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clinical</a:t>
            </a:r>
            <a:r>
              <a:rPr sz="1000" spc="-1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intelligence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platform</a:t>
            </a:r>
            <a:r>
              <a:rPr sz="1000" spc="-1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is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 useful</a:t>
            </a:r>
            <a:endParaRPr sz="1000">
              <a:latin typeface="Noto Sans"/>
              <a:cs typeface="Noto San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5083" y="1212824"/>
            <a:ext cx="3519170" cy="1387475"/>
            <a:chOff x="595083" y="1212824"/>
            <a:chExt cx="3519170" cy="138747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439" y="1212824"/>
              <a:ext cx="3518280" cy="138744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0079" y="1234440"/>
              <a:ext cx="3429000" cy="1298575"/>
            </a:xfrm>
            <a:custGeom>
              <a:avLst/>
              <a:gdLst/>
              <a:ahLst/>
              <a:cxnLst/>
              <a:rect l="l" t="t" r="r" b="b"/>
              <a:pathLst>
                <a:path w="3429000" h="1298575">
                  <a:moveTo>
                    <a:pt x="3212274" y="0"/>
                  </a:moveTo>
                  <a:lnTo>
                    <a:pt x="216357" y="0"/>
                  </a:lnTo>
                  <a:lnTo>
                    <a:pt x="188117" y="1873"/>
                  </a:lnTo>
                  <a:lnTo>
                    <a:pt x="133739" y="16405"/>
                  </a:lnTo>
                  <a:lnTo>
                    <a:pt x="84641" y="44617"/>
                  </a:lnTo>
                  <a:lnTo>
                    <a:pt x="44773" y="84485"/>
                  </a:lnTo>
                  <a:lnTo>
                    <a:pt x="16555" y="133537"/>
                  </a:lnTo>
                  <a:lnTo>
                    <a:pt x="1873" y="187984"/>
                  </a:lnTo>
                  <a:lnTo>
                    <a:pt x="0" y="216357"/>
                  </a:lnTo>
                  <a:lnTo>
                    <a:pt x="0" y="1082154"/>
                  </a:lnTo>
                  <a:lnTo>
                    <a:pt x="1854" y="1110173"/>
                  </a:lnTo>
                  <a:lnTo>
                    <a:pt x="1868" y="1110373"/>
                  </a:lnTo>
                  <a:lnTo>
                    <a:pt x="7346" y="1137872"/>
                  </a:lnTo>
                  <a:lnTo>
                    <a:pt x="7381" y="1138050"/>
                  </a:lnTo>
                  <a:lnTo>
                    <a:pt x="16353" y="1164623"/>
                  </a:lnTo>
                  <a:lnTo>
                    <a:pt x="16405" y="1164778"/>
                  </a:lnTo>
                  <a:lnTo>
                    <a:pt x="44617" y="1213872"/>
                  </a:lnTo>
                  <a:lnTo>
                    <a:pt x="84485" y="1253748"/>
                  </a:lnTo>
                  <a:lnTo>
                    <a:pt x="133537" y="1281968"/>
                  </a:lnTo>
                  <a:lnTo>
                    <a:pt x="187984" y="1296650"/>
                  </a:lnTo>
                  <a:lnTo>
                    <a:pt x="216357" y="1298524"/>
                  </a:lnTo>
                  <a:lnTo>
                    <a:pt x="3212642" y="1298155"/>
                  </a:lnTo>
                  <a:lnTo>
                    <a:pt x="3268529" y="1290780"/>
                  </a:lnTo>
                  <a:lnTo>
                    <a:pt x="3320643" y="1269364"/>
                  </a:lnTo>
                  <a:lnTo>
                    <a:pt x="3365642" y="1234889"/>
                  </a:lnTo>
                  <a:lnTo>
                    <a:pt x="3399840" y="1190155"/>
                  </a:lnTo>
                  <a:lnTo>
                    <a:pt x="3412367" y="1164778"/>
                  </a:lnTo>
                  <a:lnTo>
                    <a:pt x="3412444" y="1164623"/>
                  </a:lnTo>
                  <a:lnTo>
                    <a:pt x="3427086" y="1110373"/>
                  </a:lnTo>
                  <a:lnTo>
                    <a:pt x="3429000" y="1081798"/>
                  </a:lnTo>
                  <a:lnTo>
                    <a:pt x="3428644" y="216357"/>
                  </a:lnTo>
                  <a:lnTo>
                    <a:pt x="3421262" y="160470"/>
                  </a:lnTo>
                  <a:lnTo>
                    <a:pt x="3399840" y="108356"/>
                  </a:lnTo>
                  <a:lnTo>
                    <a:pt x="3365371" y="63357"/>
                  </a:lnTo>
                  <a:lnTo>
                    <a:pt x="3320643" y="29159"/>
                  </a:lnTo>
                  <a:lnTo>
                    <a:pt x="3268349" y="7426"/>
                  </a:lnTo>
                  <a:lnTo>
                    <a:pt x="3240649" y="1873"/>
                  </a:lnTo>
                  <a:lnTo>
                    <a:pt x="3212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0079" y="1234440"/>
              <a:ext cx="3429000" cy="1298575"/>
            </a:xfrm>
            <a:custGeom>
              <a:avLst/>
              <a:gdLst/>
              <a:ahLst/>
              <a:cxnLst/>
              <a:rect l="l" t="t" r="r" b="b"/>
              <a:pathLst>
                <a:path w="3429000" h="1298575">
                  <a:moveTo>
                    <a:pt x="0" y="216357"/>
                  </a:moveTo>
                  <a:lnTo>
                    <a:pt x="1873" y="187984"/>
                  </a:lnTo>
                  <a:lnTo>
                    <a:pt x="7426" y="160288"/>
                  </a:lnTo>
                  <a:lnTo>
                    <a:pt x="29159" y="108000"/>
                  </a:lnTo>
                  <a:lnTo>
                    <a:pt x="63357" y="63268"/>
                  </a:lnTo>
                  <a:lnTo>
                    <a:pt x="108356" y="28803"/>
                  </a:lnTo>
                  <a:lnTo>
                    <a:pt x="160470" y="7381"/>
                  </a:lnTo>
                  <a:lnTo>
                    <a:pt x="216357" y="0"/>
                  </a:lnTo>
                  <a:lnTo>
                    <a:pt x="3212274" y="0"/>
                  </a:lnTo>
                  <a:lnTo>
                    <a:pt x="3268349" y="7426"/>
                  </a:lnTo>
                  <a:lnTo>
                    <a:pt x="3320643" y="29159"/>
                  </a:lnTo>
                  <a:lnTo>
                    <a:pt x="3365371" y="63357"/>
                  </a:lnTo>
                  <a:lnTo>
                    <a:pt x="3399840" y="108356"/>
                  </a:lnTo>
                  <a:lnTo>
                    <a:pt x="3421262" y="160470"/>
                  </a:lnTo>
                  <a:lnTo>
                    <a:pt x="3428644" y="216357"/>
                  </a:lnTo>
                  <a:lnTo>
                    <a:pt x="3429000" y="1081798"/>
                  </a:lnTo>
                  <a:lnTo>
                    <a:pt x="3427126" y="1110173"/>
                  </a:lnTo>
                  <a:lnTo>
                    <a:pt x="3421573" y="1137872"/>
                  </a:lnTo>
                  <a:lnTo>
                    <a:pt x="3399840" y="1190155"/>
                  </a:lnTo>
                  <a:lnTo>
                    <a:pt x="3365642" y="1234889"/>
                  </a:lnTo>
                  <a:lnTo>
                    <a:pt x="3320643" y="1269364"/>
                  </a:lnTo>
                  <a:lnTo>
                    <a:pt x="3268529" y="1290780"/>
                  </a:lnTo>
                  <a:lnTo>
                    <a:pt x="3212642" y="1298155"/>
                  </a:lnTo>
                  <a:lnTo>
                    <a:pt x="216357" y="1298524"/>
                  </a:lnTo>
                  <a:lnTo>
                    <a:pt x="160288" y="1291097"/>
                  </a:lnTo>
                  <a:lnTo>
                    <a:pt x="108000" y="1269364"/>
                  </a:lnTo>
                  <a:lnTo>
                    <a:pt x="63268" y="1235160"/>
                  </a:lnTo>
                  <a:lnTo>
                    <a:pt x="28803" y="1190155"/>
                  </a:lnTo>
                  <a:lnTo>
                    <a:pt x="7381" y="1138050"/>
                  </a:lnTo>
                  <a:lnTo>
                    <a:pt x="0" y="1082154"/>
                  </a:lnTo>
                  <a:lnTo>
                    <a:pt x="0" y="21635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083" y="1212824"/>
              <a:ext cx="152996" cy="138709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9724" y="1234440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63715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2029" y="1298155"/>
                  </a:lnTo>
                  <a:lnTo>
                    <a:pt x="63715" y="12981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9724" y="1234440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32029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98155"/>
                  </a:lnTo>
                  <a:lnTo>
                    <a:pt x="32029" y="1298155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64616" y="1404264"/>
            <a:ext cx="2909570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85" dirty="0">
                <a:solidFill>
                  <a:srgbClr val="122A49"/>
                </a:solidFill>
                <a:latin typeface="Arial Black"/>
                <a:cs typeface="Arial Black"/>
              </a:rPr>
              <a:t>Fragmented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records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Patient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information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may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be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scattered across</a:t>
            </a:r>
            <a:r>
              <a:rPr sz="13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documents</a:t>
            </a:r>
            <a:r>
              <a:rPr sz="13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workflows.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44123" y="1212824"/>
            <a:ext cx="3519170" cy="1387475"/>
            <a:chOff x="4344123" y="1212824"/>
            <a:chExt cx="3519170" cy="138747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4479" y="1212824"/>
              <a:ext cx="3518281" cy="138744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89120" y="1234440"/>
              <a:ext cx="3429000" cy="1298575"/>
            </a:xfrm>
            <a:custGeom>
              <a:avLst/>
              <a:gdLst/>
              <a:ahLst/>
              <a:cxnLst/>
              <a:rect l="l" t="t" r="r" b="b"/>
              <a:pathLst>
                <a:path w="3429000" h="1298575">
                  <a:moveTo>
                    <a:pt x="3212274" y="0"/>
                  </a:moveTo>
                  <a:lnTo>
                    <a:pt x="216357" y="0"/>
                  </a:lnTo>
                  <a:lnTo>
                    <a:pt x="188117" y="1873"/>
                  </a:lnTo>
                  <a:lnTo>
                    <a:pt x="133739" y="16405"/>
                  </a:lnTo>
                  <a:lnTo>
                    <a:pt x="84641" y="44617"/>
                  </a:lnTo>
                  <a:lnTo>
                    <a:pt x="44773" y="84485"/>
                  </a:lnTo>
                  <a:lnTo>
                    <a:pt x="16555" y="133537"/>
                  </a:lnTo>
                  <a:lnTo>
                    <a:pt x="1873" y="187984"/>
                  </a:lnTo>
                  <a:lnTo>
                    <a:pt x="0" y="216357"/>
                  </a:lnTo>
                  <a:lnTo>
                    <a:pt x="0" y="1082154"/>
                  </a:lnTo>
                  <a:lnTo>
                    <a:pt x="1854" y="1110173"/>
                  </a:lnTo>
                  <a:lnTo>
                    <a:pt x="1868" y="1110373"/>
                  </a:lnTo>
                  <a:lnTo>
                    <a:pt x="7346" y="1137872"/>
                  </a:lnTo>
                  <a:lnTo>
                    <a:pt x="7381" y="1138050"/>
                  </a:lnTo>
                  <a:lnTo>
                    <a:pt x="28803" y="1190155"/>
                  </a:lnTo>
                  <a:lnTo>
                    <a:pt x="63268" y="1235160"/>
                  </a:lnTo>
                  <a:lnTo>
                    <a:pt x="108000" y="1269364"/>
                  </a:lnTo>
                  <a:lnTo>
                    <a:pt x="160288" y="1291097"/>
                  </a:lnTo>
                  <a:lnTo>
                    <a:pt x="216357" y="1298524"/>
                  </a:lnTo>
                  <a:lnTo>
                    <a:pt x="3212642" y="1298155"/>
                  </a:lnTo>
                  <a:lnTo>
                    <a:pt x="3268529" y="1290780"/>
                  </a:lnTo>
                  <a:lnTo>
                    <a:pt x="3320643" y="1269364"/>
                  </a:lnTo>
                  <a:lnTo>
                    <a:pt x="3365642" y="1234889"/>
                  </a:lnTo>
                  <a:lnTo>
                    <a:pt x="3399840" y="1190155"/>
                  </a:lnTo>
                  <a:lnTo>
                    <a:pt x="3421512" y="1138050"/>
                  </a:lnTo>
                  <a:lnTo>
                    <a:pt x="3421573" y="1137872"/>
                  </a:lnTo>
                  <a:lnTo>
                    <a:pt x="3427086" y="1110373"/>
                  </a:lnTo>
                  <a:lnTo>
                    <a:pt x="3427126" y="1110173"/>
                  </a:lnTo>
                  <a:lnTo>
                    <a:pt x="3428976" y="1082154"/>
                  </a:lnTo>
                  <a:lnTo>
                    <a:pt x="3429000" y="1081798"/>
                  </a:lnTo>
                  <a:lnTo>
                    <a:pt x="3428644" y="216357"/>
                  </a:lnTo>
                  <a:lnTo>
                    <a:pt x="3421262" y="160470"/>
                  </a:lnTo>
                  <a:lnTo>
                    <a:pt x="3399840" y="108356"/>
                  </a:lnTo>
                  <a:lnTo>
                    <a:pt x="3365371" y="63357"/>
                  </a:lnTo>
                  <a:lnTo>
                    <a:pt x="3320643" y="29159"/>
                  </a:lnTo>
                  <a:lnTo>
                    <a:pt x="3268349" y="7426"/>
                  </a:lnTo>
                  <a:lnTo>
                    <a:pt x="3240649" y="1873"/>
                  </a:lnTo>
                  <a:lnTo>
                    <a:pt x="3212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89120" y="1234440"/>
              <a:ext cx="3429000" cy="1298575"/>
            </a:xfrm>
            <a:custGeom>
              <a:avLst/>
              <a:gdLst/>
              <a:ahLst/>
              <a:cxnLst/>
              <a:rect l="l" t="t" r="r" b="b"/>
              <a:pathLst>
                <a:path w="3429000" h="1298575">
                  <a:moveTo>
                    <a:pt x="0" y="216357"/>
                  </a:moveTo>
                  <a:lnTo>
                    <a:pt x="1873" y="187984"/>
                  </a:lnTo>
                  <a:lnTo>
                    <a:pt x="7426" y="160288"/>
                  </a:lnTo>
                  <a:lnTo>
                    <a:pt x="29159" y="108000"/>
                  </a:lnTo>
                  <a:lnTo>
                    <a:pt x="63357" y="63268"/>
                  </a:lnTo>
                  <a:lnTo>
                    <a:pt x="108356" y="28803"/>
                  </a:lnTo>
                  <a:lnTo>
                    <a:pt x="160470" y="7381"/>
                  </a:lnTo>
                  <a:lnTo>
                    <a:pt x="216357" y="0"/>
                  </a:lnTo>
                  <a:lnTo>
                    <a:pt x="3212274" y="0"/>
                  </a:lnTo>
                  <a:lnTo>
                    <a:pt x="3268349" y="7426"/>
                  </a:lnTo>
                  <a:lnTo>
                    <a:pt x="3320643" y="29159"/>
                  </a:lnTo>
                  <a:lnTo>
                    <a:pt x="3365371" y="63357"/>
                  </a:lnTo>
                  <a:lnTo>
                    <a:pt x="3399840" y="108356"/>
                  </a:lnTo>
                  <a:lnTo>
                    <a:pt x="3421262" y="160470"/>
                  </a:lnTo>
                  <a:lnTo>
                    <a:pt x="3428644" y="216357"/>
                  </a:lnTo>
                  <a:lnTo>
                    <a:pt x="3429000" y="1081798"/>
                  </a:lnTo>
                  <a:lnTo>
                    <a:pt x="3427126" y="1110173"/>
                  </a:lnTo>
                  <a:lnTo>
                    <a:pt x="3421573" y="1137872"/>
                  </a:lnTo>
                  <a:lnTo>
                    <a:pt x="3399840" y="1190155"/>
                  </a:lnTo>
                  <a:lnTo>
                    <a:pt x="3365642" y="1234889"/>
                  </a:lnTo>
                  <a:lnTo>
                    <a:pt x="3320643" y="1269364"/>
                  </a:lnTo>
                  <a:lnTo>
                    <a:pt x="3268529" y="1290780"/>
                  </a:lnTo>
                  <a:lnTo>
                    <a:pt x="3212642" y="1298155"/>
                  </a:lnTo>
                  <a:lnTo>
                    <a:pt x="216357" y="1298524"/>
                  </a:lnTo>
                  <a:lnTo>
                    <a:pt x="160288" y="1291097"/>
                  </a:lnTo>
                  <a:lnTo>
                    <a:pt x="108000" y="1269364"/>
                  </a:lnTo>
                  <a:lnTo>
                    <a:pt x="63268" y="1235160"/>
                  </a:lnTo>
                  <a:lnTo>
                    <a:pt x="28803" y="1190155"/>
                  </a:lnTo>
                  <a:lnTo>
                    <a:pt x="7381" y="1138050"/>
                  </a:lnTo>
                  <a:lnTo>
                    <a:pt x="0" y="1082154"/>
                  </a:lnTo>
                  <a:lnTo>
                    <a:pt x="0" y="21635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4123" y="1212824"/>
              <a:ext cx="152996" cy="138709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388764" y="1234440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5" h="1298575">
                  <a:moveTo>
                    <a:pt x="63715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2029" y="1298155"/>
                  </a:lnTo>
                  <a:lnTo>
                    <a:pt x="63715" y="12981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88764" y="1234440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5" h="1298575">
                  <a:moveTo>
                    <a:pt x="32029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98155"/>
                  </a:lnTo>
                  <a:lnTo>
                    <a:pt x="32029" y="1298155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613655" y="1404264"/>
            <a:ext cx="2664460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65" dirty="0">
                <a:solidFill>
                  <a:srgbClr val="122A49"/>
                </a:solidFill>
                <a:latin typeface="Arial Black"/>
                <a:cs typeface="Arial Black"/>
              </a:rPr>
              <a:t>Manual</a:t>
            </a:r>
            <a:r>
              <a:rPr sz="1600" spc="-8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60" dirty="0">
                <a:solidFill>
                  <a:srgbClr val="122A49"/>
                </a:solidFill>
                <a:latin typeface="Arial Black"/>
                <a:cs typeface="Arial Black"/>
              </a:rPr>
              <a:t>report</a:t>
            </a:r>
            <a:r>
              <a:rPr sz="1600" spc="-8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review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Clinicians</a:t>
            </a:r>
            <a:r>
              <a:rPr sz="13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spend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time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locating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and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interpreting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report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content.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93164" y="1212824"/>
            <a:ext cx="3519170" cy="1387475"/>
            <a:chOff x="8093164" y="1212824"/>
            <a:chExt cx="3519170" cy="1387475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3519" y="1212824"/>
              <a:ext cx="3518280" cy="138744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138160" y="1234440"/>
              <a:ext cx="3429000" cy="1298575"/>
            </a:xfrm>
            <a:custGeom>
              <a:avLst/>
              <a:gdLst/>
              <a:ahLst/>
              <a:cxnLst/>
              <a:rect l="l" t="t" r="r" b="b"/>
              <a:pathLst>
                <a:path w="3429000" h="1298575">
                  <a:moveTo>
                    <a:pt x="3212274" y="0"/>
                  </a:moveTo>
                  <a:lnTo>
                    <a:pt x="216357" y="0"/>
                  </a:lnTo>
                  <a:lnTo>
                    <a:pt x="188117" y="1873"/>
                  </a:lnTo>
                  <a:lnTo>
                    <a:pt x="133739" y="16405"/>
                  </a:lnTo>
                  <a:lnTo>
                    <a:pt x="84641" y="44617"/>
                  </a:lnTo>
                  <a:lnTo>
                    <a:pt x="44773" y="84485"/>
                  </a:lnTo>
                  <a:lnTo>
                    <a:pt x="16555" y="133537"/>
                  </a:lnTo>
                  <a:lnTo>
                    <a:pt x="1873" y="187984"/>
                  </a:lnTo>
                  <a:lnTo>
                    <a:pt x="0" y="216357"/>
                  </a:lnTo>
                  <a:lnTo>
                    <a:pt x="0" y="1082154"/>
                  </a:lnTo>
                  <a:lnTo>
                    <a:pt x="1854" y="1110173"/>
                  </a:lnTo>
                  <a:lnTo>
                    <a:pt x="1868" y="1110373"/>
                  </a:lnTo>
                  <a:lnTo>
                    <a:pt x="7346" y="1137872"/>
                  </a:lnTo>
                  <a:lnTo>
                    <a:pt x="7381" y="1138050"/>
                  </a:lnTo>
                  <a:lnTo>
                    <a:pt x="28803" y="1190155"/>
                  </a:lnTo>
                  <a:lnTo>
                    <a:pt x="63268" y="1235160"/>
                  </a:lnTo>
                  <a:lnTo>
                    <a:pt x="108000" y="1269364"/>
                  </a:lnTo>
                  <a:lnTo>
                    <a:pt x="160288" y="1291097"/>
                  </a:lnTo>
                  <a:lnTo>
                    <a:pt x="216357" y="1298524"/>
                  </a:lnTo>
                  <a:lnTo>
                    <a:pt x="3212642" y="1298155"/>
                  </a:lnTo>
                  <a:lnTo>
                    <a:pt x="3268529" y="1290780"/>
                  </a:lnTo>
                  <a:lnTo>
                    <a:pt x="3320643" y="1269364"/>
                  </a:lnTo>
                  <a:lnTo>
                    <a:pt x="3365642" y="1234889"/>
                  </a:lnTo>
                  <a:lnTo>
                    <a:pt x="3399840" y="1190155"/>
                  </a:lnTo>
                  <a:lnTo>
                    <a:pt x="3421512" y="1138050"/>
                  </a:lnTo>
                  <a:lnTo>
                    <a:pt x="3421573" y="1137872"/>
                  </a:lnTo>
                  <a:lnTo>
                    <a:pt x="3427086" y="1110373"/>
                  </a:lnTo>
                  <a:lnTo>
                    <a:pt x="3427126" y="1110173"/>
                  </a:lnTo>
                  <a:lnTo>
                    <a:pt x="3428976" y="1082154"/>
                  </a:lnTo>
                  <a:lnTo>
                    <a:pt x="3429000" y="1081798"/>
                  </a:lnTo>
                  <a:lnTo>
                    <a:pt x="3428644" y="216357"/>
                  </a:lnTo>
                  <a:lnTo>
                    <a:pt x="3421262" y="160470"/>
                  </a:lnTo>
                  <a:lnTo>
                    <a:pt x="3399840" y="108356"/>
                  </a:lnTo>
                  <a:lnTo>
                    <a:pt x="3365371" y="63357"/>
                  </a:lnTo>
                  <a:lnTo>
                    <a:pt x="3320643" y="29159"/>
                  </a:lnTo>
                  <a:lnTo>
                    <a:pt x="3268349" y="7426"/>
                  </a:lnTo>
                  <a:lnTo>
                    <a:pt x="3240649" y="1873"/>
                  </a:lnTo>
                  <a:lnTo>
                    <a:pt x="3212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38160" y="1234440"/>
              <a:ext cx="3429000" cy="1298575"/>
            </a:xfrm>
            <a:custGeom>
              <a:avLst/>
              <a:gdLst/>
              <a:ahLst/>
              <a:cxnLst/>
              <a:rect l="l" t="t" r="r" b="b"/>
              <a:pathLst>
                <a:path w="3429000" h="1298575">
                  <a:moveTo>
                    <a:pt x="0" y="216357"/>
                  </a:moveTo>
                  <a:lnTo>
                    <a:pt x="1873" y="187984"/>
                  </a:lnTo>
                  <a:lnTo>
                    <a:pt x="7426" y="160288"/>
                  </a:lnTo>
                  <a:lnTo>
                    <a:pt x="29159" y="108000"/>
                  </a:lnTo>
                  <a:lnTo>
                    <a:pt x="63357" y="63268"/>
                  </a:lnTo>
                  <a:lnTo>
                    <a:pt x="108356" y="28803"/>
                  </a:lnTo>
                  <a:lnTo>
                    <a:pt x="160470" y="7381"/>
                  </a:lnTo>
                  <a:lnTo>
                    <a:pt x="216357" y="0"/>
                  </a:lnTo>
                  <a:lnTo>
                    <a:pt x="3212274" y="0"/>
                  </a:lnTo>
                  <a:lnTo>
                    <a:pt x="3268349" y="7426"/>
                  </a:lnTo>
                  <a:lnTo>
                    <a:pt x="3320643" y="29159"/>
                  </a:lnTo>
                  <a:lnTo>
                    <a:pt x="3365371" y="63357"/>
                  </a:lnTo>
                  <a:lnTo>
                    <a:pt x="3399840" y="108356"/>
                  </a:lnTo>
                  <a:lnTo>
                    <a:pt x="3421262" y="160470"/>
                  </a:lnTo>
                  <a:lnTo>
                    <a:pt x="3428644" y="216357"/>
                  </a:lnTo>
                  <a:lnTo>
                    <a:pt x="3429000" y="1081798"/>
                  </a:lnTo>
                  <a:lnTo>
                    <a:pt x="3427126" y="1110173"/>
                  </a:lnTo>
                  <a:lnTo>
                    <a:pt x="3421573" y="1137872"/>
                  </a:lnTo>
                  <a:lnTo>
                    <a:pt x="3399840" y="1190155"/>
                  </a:lnTo>
                  <a:lnTo>
                    <a:pt x="3365642" y="1234889"/>
                  </a:lnTo>
                  <a:lnTo>
                    <a:pt x="3320643" y="1269364"/>
                  </a:lnTo>
                  <a:lnTo>
                    <a:pt x="3268529" y="1290780"/>
                  </a:lnTo>
                  <a:lnTo>
                    <a:pt x="3212642" y="1298155"/>
                  </a:lnTo>
                  <a:lnTo>
                    <a:pt x="216357" y="1298524"/>
                  </a:lnTo>
                  <a:lnTo>
                    <a:pt x="160288" y="1291097"/>
                  </a:lnTo>
                  <a:lnTo>
                    <a:pt x="108000" y="1269364"/>
                  </a:lnTo>
                  <a:lnTo>
                    <a:pt x="63268" y="1235160"/>
                  </a:lnTo>
                  <a:lnTo>
                    <a:pt x="28803" y="1190155"/>
                  </a:lnTo>
                  <a:lnTo>
                    <a:pt x="7381" y="1138050"/>
                  </a:lnTo>
                  <a:lnTo>
                    <a:pt x="0" y="1082154"/>
                  </a:lnTo>
                  <a:lnTo>
                    <a:pt x="0" y="21635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93164" y="1212824"/>
              <a:ext cx="152996" cy="138709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137804" y="1234440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63715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2029" y="1298155"/>
                  </a:lnTo>
                  <a:lnTo>
                    <a:pt x="63715" y="12981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37804" y="1234440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32029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98155"/>
                  </a:lnTo>
                  <a:lnTo>
                    <a:pt x="32029" y="1298155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362695" y="1404264"/>
            <a:ext cx="2892425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14" dirty="0">
                <a:solidFill>
                  <a:srgbClr val="122A49"/>
                </a:solidFill>
                <a:latin typeface="Arial Black"/>
                <a:cs typeface="Arial Black"/>
              </a:rPr>
              <a:t>Trend</a:t>
            </a:r>
            <a:r>
              <a:rPr sz="1600" spc="-10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visibility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Historical information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can</a:t>
            </a:r>
            <a:r>
              <a:rPr sz="1300" spc="-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be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 difficult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to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review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consistently.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5083" y="2813024"/>
            <a:ext cx="3519170" cy="1387475"/>
            <a:chOff x="595083" y="2813024"/>
            <a:chExt cx="3519170" cy="1387475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439" y="2813024"/>
              <a:ext cx="3518280" cy="138744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40079" y="2834640"/>
              <a:ext cx="3429000" cy="1298575"/>
            </a:xfrm>
            <a:custGeom>
              <a:avLst/>
              <a:gdLst/>
              <a:ahLst/>
              <a:cxnLst/>
              <a:rect l="l" t="t" r="r" b="b"/>
              <a:pathLst>
                <a:path w="3429000" h="1298575">
                  <a:moveTo>
                    <a:pt x="3212274" y="0"/>
                  </a:moveTo>
                  <a:lnTo>
                    <a:pt x="216357" y="0"/>
                  </a:lnTo>
                  <a:lnTo>
                    <a:pt x="188117" y="1873"/>
                  </a:lnTo>
                  <a:lnTo>
                    <a:pt x="133739" y="16405"/>
                  </a:lnTo>
                  <a:lnTo>
                    <a:pt x="84641" y="44617"/>
                  </a:lnTo>
                  <a:lnTo>
                    <a:pt x="44773" y="84485"/>
                  </a:lnTo>
                  <a:lnTo>
                    <a:pt x="16555" y="133537"/>
                  </a:lnTo>
                  <a:lnTo>
                    <a:pt x="1873" y="187984"/>
                  </a:lnTo>
                  <a:lnTo>
                    <a:pt x="0" y="216357"/>
                  </a:lnTo>
                  <a:lnTo>
                    <a:pt x="0" y="1082154"/>
                  </a:lnTo>
                  <a:lnTo>
                    <a:pt x="1854" y="1110173"/>
                  </a:lnTo>
                  <a:lnTo>
                    <a:pt x="1868" y="1110373"/>
                  </a:lnTo>
                  <a:lnTo>
                    <a:pt x="16353" y="1164623"/>
                  </a:lnTo>
                  <a:lnTo>
                    <a:pt x="44617" y="1213872"/>
                  </a:lnTo>
                  <a:lnTo>
                    <a:pt x="84485" y="1253748"/>
                  </a:lnTo>
                  <a:lnTo>
                    <a:pt x="133537" y="1281968"/>
                  </a:lnTo>
                  <a:lnTo>
                    <a:pt x="187984" y="1296650"/>
                  </a:lnTo>
                  <a:lnTo>
                    <a:pt x="216357" y="1298524"/>
                  </a:lnTo>
                  <a:lnTo>
                    <a:pt x="3212642" y="1298155"/>
                  </a:lnTo>
                  <a:lnTo>
                    <a:pt x="3268529" y="1290780"/>
                  </a:lnTo>
                  <a:lnTo>
                    <a:pt x="3320643" y="1269365"/>
                  </a:lnTo>
                  <a:lnTo>
                    <a:pt x="3365642" y="1234889"/>
                  </a:lnTo>
                  <a:lnTo>
                    <a:pt x="3399840" y="1190155"/>
                  </a:lnTo>
                  <a:lnTo>
                    <a:pt x="3421512" y="1138050"/>
                  </a:lnTo>
                  <a:lnTo>
                    <a:pt x="3421573" y="1137872"/>
                  </a:lnTo>
                  <a:lnTo>
                    <a:pt x="3427086" y="1110373"/>
                  </a:lnTo>
                  <a:lnTo>
                    <a:pt x="3427126" y="1110173"/>
                  </a:lnTo>
                  <a:lnTo>
                    <a:pt x="3428976" y="1082154"/>
                  </a:lnTo>
                  <a:lnTo>
                    <a:pt x="3429000" y="1081798"/>
                  </a:lnTo>
                  <a:lnTo>
                    <a:pt x="3428644" y="216357"/>
                  </a:lnTo>
                  <a:lnTo>
                    <a:pt x="3421262" y="160470"/>
                  </a:lnTo>
                  <a:lnTo>
                    <a:pt x="3399840" y="108356"/>
                  </a:lnTo>
                  <a:lnTo>
                    <a:pt x="3365371" y="63357"/>
                  </a:lnTo>
                  <a:lnTo>
                    <a:pt x="3320643" y="29159"/>
                  </a:lnTo>
                  <a:lnTo>
                    <a:pt x="3268349" y="7426"/>
                  </a:lnTo>
                  <a:lnTo>
                    <a:pt x="3240649" y="1873"/>
                  </a:lnTo>
                  <a:lnTo>
                    <a:pt x="3212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0079" y="2834640"/>
              <a:ext cx="3429000" cy="1298575"/>
            </a:xfrm>
            <a:custGeom>
              <a:avLst/>
              <a:gdLst/>
              <a:ahLst/>
              <a:cxnLst/>
              <a:rect l="l" t="t" r="r" b="b"/>
              <a:pathLst>
                <a:path w="3429000" h="1298575">
                  <a:moveTo>
                    <a:pt x="0" y="216357"/>
                  </a:moveTo>
                  <a:lnTo>
                    <a:pt x="1873" y="187984"/>
                  </a:lnTo>
                  <a:lnTo>
                    <a:pt x="7426" y="160288"/>
                  </a:lnTo>
                  <a:lnTo>
                    <a:pt x="29159" y="108000"/>
                  </a:lnTo>
                  <a:lnTo>
                    <a:pt x="63357" y="63268"/>
                  </a:lnTo>
                  <a:lnTo>
                    <a:pt x="108356" y="28803"/>
                  </a:lnTo>
                  <a:lnTo>
                    <a:pt x="160470" y="7381"/>
                  </a:lnTo>
                  <a:lnTo>
                    <a:pt x="216357" y="0"/>
                  </a:lnTo>
                  <a:lnTo>
                    <a:pt x="3212274" y="0"/>
                  </a:lnTo>
                  <a:lnTo>
                    <a:pt x="3268349" y="7426"/>
                  </a:lnTo>
                  <a:lnTo>
                    <a:pt x="3320643" y="29159"/>
                  </a:lnTo>
                  <a:lnTo>
                    <a:pt x="3365371" y="63357"/>
                  </a:lnTo>
                  <a:lnTo>
                    <a:pt x="3399840" y="108356"/>
                  </a:lnTo>
                  <a:lnTo>
                    <a:pt x="3421262" y="160470"/>
                  </a:lnTo>
                  <a:lnTo>
                    <a:pt x="3428644" y="216357"/>
                  </a:lnTo>
                  <a:lnTo>
                    <a:pt x="3429000" y="1081798"/>
                  </a:lnTo>
                  <a:lnTo>
                    <a:pt x="3427126" y="1110173"/>
                  </a:lnTo>
                  <a:lnTo>
                    <a:pt x="3421573" y="1137872"/>
                  </a:lnTo>
                  <a:lnTo>
                    <a:pt x="3399840" y="1190155"/>
                  </a:lnTo>
                  <a:lnTo>
                    <a:pt x="3365642" y="1234889"/>
                  </a:lnTo>
                  <a:lnTo>
                    <a:pt x="3320643" y="1269365"/>
                  </a:lnTo>
                  <a:lnTo>
                    <a:pt x="3268529" y="1290780"/>
                  </a:lnTo>
                  <a:lnTo>
                    <a:pt x="3212642" y="1298155"/>
                  </a:lnTo>
                  <a:lnTo>
                    <a:pt x="216357" y="1298524"/>
                  </a:lnTo>
                  <a:lnTo>
                    <a:pt x="160288" y="1291097"/>
                  </a:lnTo>
                  <a:lnTo>
                    <a:pt x="108000" y="1269365"/>
                  </a:lnTo>
                  <a:lnTo>
                    <a:pt x="63268" y="1235160"/>
                  </a:lnTo>
                  <a:lnTo>
                    <a:pt x="28803" y="1190155"/>
                  </a:lnTo>
                  <a:lnTo>
                    <a:pt x="7381" y="1138050"/>
                  </a:lnTo>
                  <a:lnTo>
                    <a:pt x="0" y="1082154"/>
                  </a:lnTo>
                  <a:lnTo>
                    <a:pt x="0" y="21635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083" y="2813024"/>
              <a:ext cx="152996" cy="138709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39724" y="2834640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63715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2029" y="1298155"/>
                  </a:lnTo>
                  <a:lnTo>
                    <a:pt x="63715" y="12981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9724" y="2834640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32029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98155"/>
                  </a:lnTo>
                  <a:lnTo>
                    <a:pt x="32029" y="1298155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64616" y="3004464"/>
            <a:ext cx="2769870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75" dirty="0">
                <a:solidFill>
                  <a:srgbClr val="122A49"/>
                </a:solidFill>
                <a:latin typeface="Arial Black"/>
                <a:cs typeface="Arial Black"/>
              </a:rPr>
              <a:t>Coordination</a:t>
            </a:r>
            <a:r>
              <a:rPr sz="1600" spc="-7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overhead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Medication,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appointments</a:t>
            </a:r>
            <a:r>
              <a:rPr sz="1300" spc="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300" spc="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care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tasks</a:t>
            </a:r>
            <a:r>
              <a:rPr sz="13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need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reliable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coordination.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344123" y="2813024"/>
            <a:ext cx="3519170" cy="1387475"/>
            <a:chOff x="4344123" y="2813024"/>
            <a:chExt cx="3519170" cy="1387475"/>
          </a:xfrm>
        </p:grpSpPr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4479" y="2813024"/>
              <a:ext cx="3518281" cy="138744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389120" y="2834640"/>
              <a:ext cx="3429000" cy="1298575"/>
            </a:xfrm>
            <a:custGeom>
              <a:avLst/>
              <a:gdLst/>
              <a:ahLst/>
              <a:cxnLst/>
              <a:rect l="l" t="t" r="r" b="b"/>
              <a:pathLst>
                <a:path w="3429000" h="1298575">
                  <a:moveTo>
                    <a:pt x="3212274" y="0"/>
                  </a:moveTo>
                  <a:lnTo>
                    <a:pt x="216357" y="0"/>
                  </a:lnTo>
                  <a:lnTo>
                    <a:pt x="188117" y="1873"/>
                  </a:lnTo>
                  <a:lnTo>
                    <a:pt x="133739" y="16405"/>
                  </a:lnTo>
                  <a:lnTo>
                    <a:pt x="84641" y="44617"/>
                  </a:lnTo>
                  <a:lnTo>
                    <a:pt x="44773" y="84485"/>
                  </a:lnTo>
                  <a:lnTo>
                    <a:pt x="16555" y="133537"/>
                  </a:lnTo>
                  <a:lnTo>
                    <a:pt x="1873" y="187984"/>
                  </a:lnTo>
                  <a:lnTo>
                    <a:pt x="0" y="216357"/>
                  </a:lnTo>
                  <a:lnTo>
                    <a:pt x="0" y="1082154"/>
                  </a:lnTo>
                  <a:lnTo>
                    <a:pt x="1854" y="1110173"/>
                  </a:lnTo>
                  <a:lnTo>
                    <a:pt x="1868" y="1110373"/>
                  </a:lnTo>
                  <a:lnTo>
                    <a:pt x="7346" y="1137872"/>
                  </a:lnTo>
                  <a:lnTo>
                    <a:pt x="7381" y="1138050"/>
                  </a:lnTo>
                  <a:lnTo>
                    <a:pt x="16353" y="1164623"/>
                  </a:lnTo>
                  <a:lnTo>
                    <a:pt x="16405" y="1164778"/>
                  </a:lnTo>
                  <a:lnTo>
                    <a:pt x="28803" y="1190155"/>
                  </a:lnTo>
                  <a:lnTo>
                    <a:pt x="63268" y="1235160"/>
                  </a:lnTo>
                  <a:lnTo>
                    <a:pt x="108000" y="1269365"/>
                  </a:lnTo>
                  <a:lnTo>
                    <a:pt x="160288" y="1291097"/>
                  </a:lnTo>
                  <a:lnTo>
                    <a:pt x="216357" y="1298524"/>
                  </a:lnTo>
                  <a:lnTo>
                    <a:pt x="3212642" y="1298155"/>
                  </a:lnTo>
                  <a:lnTo>
                    <a:pt x="3268529" y="1290780"/>
                  </a:lnTo>
                  <a:lnTo>
                    <a:pt x="3320643" y="1269365"/>
                  </a:lnTo>
                  <a:lnTo>
                    <a:pt x="3365642" y="1234889"/>
                  </a:lnTo>
                  <a:lnTo>
                    <a:pt x="3399840" y="1190155"/>
                  </a:lnTo>
                  <a:lnTo>
                    <a:pt x="3421512" y="1138050"/>
                  </a:lnTo>
                  <a:lnTo>
                    <a:pt x="3428976" y="1082154"/>
                  </a:lnTo>
                  <a:lnTo>
                    <a:pt x="3429000" y="1081798"/>
                  </a:lnTo>
                  <a:lnTo>
                    <a:pt x="3428644" y="216357"/>
                  </a:lnTo>
                  <a:lnTo>
                    <a:pt x="3421262" y="160470"/>
                  </a:lnTo>
                  <a:lnTo>
                    <a:pt x="3399840" y="108356"/>
                  </a:lnTo>
                  <a:lnTo>
                    <a:pt x="3365371" y="63357"/>
                  </a:lnTo>
                  <a:lnTo>
                    <a:pt x="3320643" y="29159"/>
                  </a:lnTo>
                  <a:lnTo>
                    <a:pt x="3268349" y="7426"/>
                  </a:lnTo>
                  <a:lnTo>
                    <a:pt x="3240649" y="1873"/>
                  </a:lnTo>
                  <a:lnTo>
                    <a:pt x="3212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389120" y="2834640"/>
              <a:ext cx="3429000" cy="1298575"/>
            </a:xfrm>
            <a:custGeom>
              <a:avLst/>
              <a:gdLst/>
              <a:ahLst/>
              <a:cxnLst/>
              <a:rect l="l" t="t" r="r" b="b"/>
              <a:pathLst>
                <a:path w="3429000" h="1298575">
                  <a:moveTo>
                    <a:pt x="0" y="216357"/>
                  </a:moveTo>
                  <a:lnTo>
                    <a:pt x="1873" y="187984"/>
                  </a:lnTo>
                  <a:lnTo>
                    <a:pt x="7426" y="160288"/>
                  </a:lnTo>
                  <a:lnTo>
                    <a:pt x="29159" y="108000"/>
                  </a:lnTo>
                  <a:lnTo>
                    <a:pt x="63357" y="63268"/>
                  </a:lnTo>
                  <a:lnTo>
                    <a:pt x="108356" y="28803"/>
                  </a:lnTo>
                  <a:lnTo>
                    <a:pt x="160470" y="7381"/>
                  </a:lnTo>
                  <a:lnTo>
                    <a:pt x="216357" y="0"/>
                  </a:lnTo>
                  <a:lnTo>
                    <a:pt x="3212274" y="0"/>
                  </a:lnTo>
                  <a:lnTo>
                    <a:pt x="3268349" y="7426"/>
                  </a:lnTo>
                  <a:lnTo>
                    <a:pt x="3320643" y="29159"/>
                  </a:lnTo>
                  <a:lnTo>
                    <a:pt x="3365371" y="63357"/>
                  </a:lnTo>
                  <a:lnTo>
                    <a:pt x="3399840" y="108356"/>
                  </a:lnTo>
                  <a:lnTo>
                    <a:pt x="3421262" y="160470"/>
                  </a:lnTo>
                  <a:lnTo>
                    <a:pt x="3428644" y="216357"/>
                  </a:lnTo>
                  <a:lnTo>
                    <a:pt x="3429000" y="1081798"/>
                  </a:lnTo>
                  <a:lnTo>
                    <a:pt x="3427126" y="1110173"/>
                  </a:lnTo>
                  <a:lnTo>
                    <a:pt x="3421573" y="1137872"/>
                  </a:lnTo>
                  <a:lnTo>
                    <a:pt x="3399840" y="1190155"/>
                  </a:lnTo>
                  <a:lnTo>
                    <a:pt x="3365642" y="1234889"/>
                  </a:lnTo>
                  <a:lnTo>
                    <a:pt x="3320643" y="1269365"/>
                  </a:lnTo>
                  <a:lnTo>
                    <a:pt x="3268529" y="1290780"/>
                  </a:lnTo>
                  <a:lnTo>
                    <a:pt x="3212642" y="1298155"/>
                  </a:lnTo>
                  <a:lnTo>
                    <a:pt x="216357" y="1298524"/>
                  </a:lnTo>
                  <a:lnTo>
                    <a:pt x="160288" y="1291097"/>
                  </a:lnTo>
                  <a:lnTo>
                    <a:pt x="108000" y="1269365"/>
                  </a:lnTo>
                  <a:lnTo>
                    <a:pt x="63268" y="1235160"/>
                  </a:lnTo>
                  <a:lnTo>
                    <a:pt x="28803" y="1190155"/>
                  </a:lnTo>
                  <a:lnTo>
                    <a:pt x="7381" y="1138050"/>
                  </a:lnTo>
                  <a:lnTo>
                    <a:pt x="0" y="1082154"/>
                  </a:lnTo>
                  <a:lnTo>
                    <a:pt x="0" y="21635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4123" y="2813024"/>
              <a:ext cx="152996" cy="138709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388764" y="2834640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5" h="1298575">
                  <a:moveTo>
                    <a:pt x="63715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2029" y="1298155"/>
                  </a:lnTo>
                  <a:lnTo>
                    <a:pt x="63715" y="12981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388764" y="2834640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5" h="1298575">
                  <a:moveTo>
                    <a:pt x="32029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98155"/>
                  </a:lnTo>
                  <a:lnTo>
                    <a:pt x="32029" y="1298155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613655" y="3004464"/>
            <a:ext cx="2719705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85" dirty="0">
                <a:solidFill>
                  <a:srgbClr val="122A49"/>
                </a:solidFill>
                <a:latin typeface="Arial Black"/>
                <a:cs typeface="Arial Black"/>
              </a:rPr>
              <a:t>Controlled</a:t>
            </a:r>
            <a:r>
              <a:rPr sz="1600" spc="-6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sharing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Guardians/caretakers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need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scoped access—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not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unrestricted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records.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093164" y="2813024"/>
            <a:ext cx="3519170" cy="1387475"/>
            <a:chOff x="8093164" y="2813024"/>
            <a:chExt cx="3519170" cy="1387475"/>
          </a:xfrm>
        </p:grpSpPr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3519" y="2813024"/>
              <a:ext cx="3518280" cy="1387449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8138160" y="2834640"/>
              <a:ext cx="3429000" cy="1298575"/>
            </a:xfrm>
            <a:custGeom>
              <a:avLst/>
              <a:gdLst/>
              <a:ahLst/>
              <a:cxnLst/>
              <a:rect l="l" t="t" r="r" b="b"/>
              <a:pathLst>
                <a:path w="3429000" h="1298575">
                  <a:moveTo>
                    <a:pt x="3212274" y="0"/>
                  </a:moveTo>
                  <a:lnTo>
                    <a:pt x="216357" y="0"/>
                  </a:lnTo>
                  <a:lnTo>
                    <a:pt x="188117" y="1873"/>
                  </a:lnTo>
                  <a:lnTo>
                    <a:pt x="133739" y="16405"/>
                  </a:lnTo>
                  <a:lnTo>
                    <a:pt x="84641" y="44617"/>
                  </a:lnTo>
                  <a:lnTo>
                    <a:pt x="44773" y="84485"/>
                  </a:lnTo>
                  <a:lnTo>
                    <a:pt x="16555" y="133537"/>
                  </a:lnTo>
                  <a:lnTo>
                    <a:pt x="1873" y="187984"/>
                  </a:lnTo>
                  <a:lnTo>
                    <a:pt x="0" y="216357"/>
                  </a:lnTo>
                  <a:lnTo>
                    <a:pt x="0" y="1082154"/>
                  </a:lnTo>
                  <a:lnTo>
                    <a:pt x="1854" y="1110173"/>
                  </a:lnTo>
                  <a:lnTo>
                    <a:pt x="1868" y="1110373"/>
                  </a:lnTo>
                  <a:lnTo>
                    <a:pt x="7346" y="1137872"/>
                  </a:lnTo>
                  <a:lnTo>
                    <a:pt x="7381" y="1138050"/>
                  </a:lnTo>
                  <a:lnTo>
                    <a:pt x="28803" y="1190155"/>
                  </a:lnTo>
                  <a:lnTo>
                    <a:pt x="63268" y="1235160"/>
                  </a:lnTo>
                  <a:lnTo>
                    <a:pt x="108000" y="1269365"/>
                  </a:lnTo>
                  <a:lnTo>
                    <a:pt x="160288" y="1291097"/>
                  </a:lnTo>
                  <a:lnTo>
                    <a:pt x="216357" y="1298524"/>
                  </a:lnTo>
                  <a:lnTo>
                    <a:pt x="3212642" y="1298155"/>
                  </a:lnTo>
                  <a:lnTo>
                    <a:pt x="3268529" y="1290780"/>
                  </a:lnTo>
                  <a:lnTo>
                    <a:pt x="3320643" y="1269365"/>
                  </a:lnTo>
                  <a:lnTo>
                    <a:pt x="3365642" y="1234889"/>
                  </a:lnTo>
                  <a:lnTo>
                    <a:pt x="3399840" y="1190155"/>
                  </a:lnTo>
                  <a:lnTo>
                    <a:pt x="3421512" y="1138050"/>
                  </a:lnTo>
                  <a:lnTo>
                    <a:pt x="3428976" y="1082154"/>
                  </a:lnTo>
                  <a:lnTo>
                    <a:pt x="3429000" y="1081798"/>
                  </a:lnTo>
                  <a:lnTo>
                    <a:pt x="3428644" y="216357"/>
                  </a:lnTo>
                  <a:lnTo>
                    <a:pt x="3421262" y="160470"/>
                  </a:lnTo>
                  <a:lnTo>
                    <a:pt x="3399840" y="108356"/>
                  </a:lnTo>
                  <a:lnTo>
                    <a:pt x="3365371" y="63357"/>
                  </a:lnTo>
                  <a:lnTo>
                    <a:pt x="3320643" y="29159"/>
                  </a:lnTo>
                  <a:lnTo>
                    <a:pt x="3268349" y="7426"/>
                  </a:lnTo>
                  <a:lnTo>
                    <a:pt x="3240649" y="1873"/>
                  </a:lnTo>
                  <a:lnTo>
                    <a:pt x="32122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138160" y="2834640"/>
              <a:ext cx="3429000" cy="1298575"/>
            </a:xfrm>
            <a:custGeom>
              <a:avLst/>
              <a:gdLst/>
              <a:ahLst/>
              <a:cxnLst/>
              <a:rect l="l" t="t" r="r" b="b"/>
              <a:pathLst>
                <a:path w="3429000" h="1298575">
                  <a:moveTo>
                    <a:pt x="0" y="216357"/>
                  </a:moveTo>
                  <a:lnTo>
                    <a:pt x="1873" y="187984"/>
                  </a:lnTo>
                  <a:lnTo>
                    <a:pt x="7426" y="160288"/>
                  </a:lnTo>
                  <a:lnTo>
                    <a:pt x="29159" y="108000"/>
                  </a:lnTo>
                  <a:lnTo>
                    <a:pt x="63357" y="63268"/>
                  </a:lnTo>
                  <a:lnTo>
                    <a:pt x="108356" y="28803"/>
                  </a:lnTo>
                  <a:lnTo>
                    <a:pt x="160470" y="7381"/>
                  </a:lnTo>
                  <a:lnTo>
                    <a:pt x="216357" y="0"/>
                  </a:lnTo>
                  <a:lnTo>
                    <a:pt x="3212274" y="0"/>
                  </a:lnTo>
                  <a:lnTo>
                    <a:pt x="3268349" y="7426"/>
                  </a:lnTo>
                  <a:lnTo>
                    <a:pt x="3320643" y="29159"/>
                  </a:lnTo>
                  <a:lnTo>
                    <a:pt x="3365371" y="63357"/>
                  </a:lnTo>
                  <a:lnTo>
                    <a:pt x="3399840" y="108356"/>
                  </a:lnTo>
                  <a:lnTo>
                    <a:pt x="3421262" y="160470"/>
                  </a:lnTo>
                  <a:lnTo>
                    <a:pt x="3428644" y="216357"/>
                  </a:lnTo>
                  <a:lnTo>
                    <a:pt x="3429000" y="1081798"/>
                  </a:lnTo>
                  <a:lnTo>
                    <a:pt x="3427126" y="1110173"/>
                  </a:lnTo>
                  <a:lnTo>
                    <a:pt x="3421573" y="1137872"/>
                  </a:lnTo>
                  <a:lnTo>
                    <a:pt x="3399840" y="1190155"/>
                  </a:lnTo>
                  <a:lnTo>
                    <a:pt x="3365642" y="1234889"/>
                  </a:lnTo>
                  <a:lnTo>
                    <a:pt x="3320643" y="1269365"/>
                  </a:lnTo>
                  <a:lnTo>
                    <a:pt x="3268529" y="1290780"/>
                  </a:lnTo>
                  <a:lnTo>
                    <a:pt x="3212642" y="1298155"/>
                  </a:lnTo>
                  <a:lnTo>
                    <a:pt x="216357" y="1298524"/>
                  </a:lnTo>
                  <a:lnTo>
                    <a:pt x="160288" y="1291097"/>
                  </a:lnTo>
                  <a:lnTo>
                    <a:pt x="108000" y="1269365"/>
                  </a:lnTo>
                  <a:lnTo>
                    <a:pt x="63268" y="1235160"/>
                  </a:lnTo>
                  <a:lnTo>
                    <a:pt x="28803" y="1190155"/>
                  </a:lnTo>
                  <a:lnTo>
                    <a:pt x="7381" y="1138050"/>
                  </a:lnTo>
                  <a:lnTo>
                    <a:pt x="0" y="1082154"/>
                  </a:lnTo>
                  <a:lnTo>
                    <a:pt x="0" y="21635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93164" y="2813024"/>
              <a:ext cx="152996" cy="138709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137804" y="2834640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63715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2029" y="1298155"/>
                  </a:lnTo>
                  <a:lnTo>
                    <a:pt x="63715" y="12981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137804" y="2834640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32029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98155"/>
                  </a:lnTo>
                  <a:lnTo>
                    <a:pt x="32029" y="1298155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8362695" y="3004464"/>
            <a:ext cx="3014345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122A49"/>
                </a:solidFill>
                <a:latin typeface="Arial Black"/>
                <a:cs typeface="Arial Black"/>
              </a:rPr>
              <a:t>Monitoring</a:t>
            </a:r>
            <a:r>
              <a:rPr sz="1600" spc="-4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constraints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Continuous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observation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can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rely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on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wearables</a:t>
            </a:r>
            <a:r>
              <a:rPr sz="13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or</a:t>
            </a:r>
            <a:r>
              <a:rPr sz="13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staff-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intensive</a:t>
            </a:r>
            <a:r>
              <a:rPr sz="13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processes.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41159" y="4961509"/>
            <a:ext cx="10925175" cy="729615"/>
            <a:chOff x="641159" y="4961509"/>
            <a:chExt cx="10925175" cy="729615"/>
          </a:xfrm>
        </p:grpSpPr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159" y="4961509"/>
              <a:ext cx="10924921" cy="729005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685800" y="4983124"/>
              <a:ext cx="10835640" cy="640080"/>
            </a:xfrm>
            <a:custGeom>
              <a:avLst/>
              <a:gdLst/>
              <a:ahLst/>
              <a:cxnLst/>
              <a:rect l="l" t="t" r="r" b="b"/>
              <a:pathLst>
                <a:path w="10835640" h="640079">
                  <a:moveTo>
                    <a:pt x="10728718" y="0"/>
                  </a:moveTo>
                  <a:lnTo>
                    <a:pt x="106565" y="0"/>
                  </a:lnTo>
                  <a:lnTo>
                    <a:pt x="91705" y="934"/>
                  </a:lnTo>
                  <a:lnTo>
                    <a:pt x="92322" y="934"/>
                  </a:lnTo>
                  <a:lnTo>
                    <a:pt x="78978" y="3506"/>
                  </a:lnTo>
                  <a:lnTo>
                    <a:pt x="41687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5" y="547101"/>
                  </a:lnTo>
                  <a:lnTo>
                    <a:pt x="878" y="547459"/>
                  </a:lnTo>
                  <a:lnTo>
                    <a:pt x="3443" y="560739"/>
                  </a:lnTo>
                  <a:lnTo>
                    <a:pt x="3513" y="561100"/>
                  </a:lnTo>
                  <a:lnTo>
                    <a:pt x="7782" y="573906"/>
                  </a:lnTo>
                  <a:lnTo>
                    <a:pt x="31099" y="608801"/>
                  </a:lnTo>
                  <a:lnTo>
                    <a:pt x="65807" y="631877"/>
                  </a:lnTo>
                  <a:lnTo>
                    <a:pt x="106565" y="640079"/>
                  </a:lnTo>
                  <a:lnTo>
                    <a:pt x="10729074" y="639711"/>
                  </a:lnTo>
                  <a:lnTo>
                    <a:pt x="10769660" y="631877"/>
                  </a:lnTo>
                  <a:lnTo>
                    <a:pt x="10804363" y="608623"/>
                  </a:lnTo>
                  <a:lnTo>
                    <a:pt x="10827437" y="573906"/>
                  </a:lnTo>
                  <a:lnTo>
                    <a:pt x="10831825" y="561100"/>
                  </a:lnTo>
                  <a:lnTo>
                    <a:pt x="10831949" y="560739"/>
                  </a:lnTo>
                  <a:lnTo>
                    <a:pt x="10834633" y="547459"/>
                  </a:lnTo>
                  <a:lnTo>
                    <a:pt x="10834705" y="547101"/>
                  </a:lnTo>
                  <a:lnTo>
                    <a:pt x="10835616" y="533514"/>
                  </a:lnTo>
                  <a:lnTo>
                    <a:pt x="10835640" y="533158"/>
                  </a:lnTo>
                  <a:lnTo>
                    <a:pt x="10835284" y="106552"/>
                  </a:lnTo>
                  <a:lnTo>
                    <a:pt x="10827381" y="65805"/>
                  </a:lnTo>
                  <a:lnTo>
                    <a:pt x="10804183" y="31272"/>
                  </a:lnTo>
                  <a:lnTo>
                    <a:pt x="10769472" y="8202"/>
                  </a:lnTo>
                  <a:lnTo>
                    <a:pt x="10742663" y="934"/>
                  </a:lnTo>
                  <a:lnTo>
                    <a:pt x="10728718" y="0"/>
                  </a:lnTo>
                  <a:close/>
                </a:path>
              </a:pathLst>
            </a:custGeom>
            <a:solidFill>
              <a:srgbClr val="122A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85800" y="4983124"/>
              <a:ext cx="10835640" cy="640080"/>
            </a:xfrm>
            <a:custGeom>
              <a:avLst/>
              <a:gdLst/>
              <a:ahLst/>
              <a:cxnLst/>
              <a:rect l="l" t="t" r="r" b="b"/>
              <a:pathLst>
                <a:path w="10835640" h="640079">
                  <a:moveTo>
                    <a:pt x="0" y="106552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7" y="41624"/>
                  </a:lnTo>
                  <a:lnTo>
                    <a:pt x="53276" y="14033"/>
                  </a:lnTo>
                  <a:lnTo>
                    <a:pt x="92620" y="876"/>
                  </a:lnTo>
                  <a:lnTo>
                    <a:pt x="106565" y="0"/>
                  </a:lnTo>
                  <a:lnTo>
                    <a:pt x="10728718" y="0"/>
                  </a:lnTo>
                  <a:lnTo>
                    <a:pt x="10769472" y="8202"/>
                  </a:lnTo>
                  <a:lnTo>
                    <a:pt x="10804183" y="31272"/>
                  </a:lnTo>
                  <a:lnTo>
                    <a:pt x="10827381" y="65805"/>
                  </a:lnTo>
                  <a:lnTo>
                    <a:pt x="10835284" y="106552"/>
                  </a:lnTo>
                  <a:lnTo>
                    <a:pt x="10835640" y="533158"/>
                  </a:lnTo>
                  <a:lnTo>
                    <a:pt x="10834705" y="547101"/>
                  </a:lnTo>
                  <a:lnTo>
                    <a:pt x="10831949" y="560739"/>
                  </a:lnTo>
                  <a:lnTo>
                    <a:pt x="10813492" y="598087"/>
                  </a:lnTo>
                  <a:lnTo>
                    <a:pt x="10782363" y="625678"/>
                  </a:lnTo>
                  <a:lnTo>
                    <a:pt x="10743019" y="638835"/>
                  </a:lnTo>
                  <a:lnTo>
                    <a:pt x="106565" y="640079"/>
                  </a:lnTo>
                  <a:lnTo>
                    <a:pt x="65807" y="631877"/>
                  </a:lnTo>
                  <a:lnTo>
                    <a:pt x="31099" y="608801"/>
                  </a:lnTo>
                  <a:lnTo>
                    <a:pt x="790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122A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2752458" y="5199379"/>
            <a:ext cx="66960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0" dirty="0">
                <a:solidFill>
                  <a:srgbClr val="FFFFFF"/>
                </a:solidFill>
                <a:latin typeface="Arial Black"/>
                <a:cs typeface="Arial Black"/>
              </a:rPr>
              <a:t>NEED</a:t>
            </a:r>
            <a:r>
              <a:rPr sz="1700" spc="2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00" dirty="0">
                <a:solidFill>
                  <a:srgbClr val="FFFFFF"/>
                </a:solidFill>
                <a:latin typeface="Arial Black"/>
                <a:cs typeface="Arial Black"/>
              </a:rPr>
              <a:t>An</a:t>
            </a:r>
            <a:r>
              <a:rPr sz="17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70" dirty="0">
                <a:solidFill>
                  <a:srgbClr val="FFFFFF"/>
                </a:solidFill>
                <a:latin typeface="Arial Black"/>
                <a:cs typeface="Arial Black"/>
              </a:rPr>
              <a:t>integrated,</a:t>
            </a:r>
            <a:r>
              <a:rPr sz="17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40" dirty="0">
                <a:solidFill>
                  <a:srgbClr val="FFFFFF"/>
                </a:solidFill>
                <a:latin typeface="Arial Black"/>
                <a:cs typeface="Arial Black"/>
              </a:rPr>
              <a:t>secure</a:t>
            </a:r>
            <a:r>
              <a:rPr sz="17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70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17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60" dirty="0">
                <a:solidFill>
                  <a:srgbClr val="FFFFFF"/>
                </a:solidFill>
                <a:latin typeface="Arial Black"/>
                <a:cs typeface="Arial Black"/>
              </a:rPr>
              <a:t>intelligent</a:t>
            </a:r>
            <a:r>
              <a:rPr sz="17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80" dirty="0">
                <a:solidFill>
                  <a:srgbClr val="FFFFFF"/>
                </a:solidFill>
                <a:latin typeface="Arial Black"/>
                <a:cs typeface="Arial Black"/>
              </a:rPr>
              <a:t>hospital</a:t>
            </a:r>
            <a:r>
              <a:rPr sz="17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Black"/>
                <a:cs typeface="Arial Black"/>
              </a:rPr>
              <a:t>platform.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62" name="object 6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Project</a:t>
            </a:r>
            <a:r>
              <a:rPr spc="-190" dirty="0"/>
              <a:t> </a:t>
            </a:r>
            <a:r>
              <a:rPr spc="-165" dirty="0"/>
              <a:t>Objectives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5635" y="819353"/>
            <a:ext cx="747395" cy="139065"/>
            <a:chOff x="485635" y="819353"/>
            <a:chExt cx="747395" cy="139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635" y="819353"/>
              <a:ext cx="747356" cy="138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658088" y="0"/>
                  </a:moveTo>
                  <a:lnTo>
                    <a:pt x="0" y="0"/>
                  </a:lnTo>
                  <a:lnTo>
                    <a:pt x="0" y="50037"/>
                  </a:lnTo>
                  <a:lnTo>
                    <a:pt x="329044" y="50037"/>
                  </a:lnTo>
                  <a:lnTo>
                    <a:pt x="658088" y="50037"/>
                  </a:lnTo>
                  <a:lnTo>
                    <a:pt x="658088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329044" y="50037"/>
                  </a:moveTo>
                  <a:lnTo>
                    <a:pt x="0" y="50037"/>
                  </a:lnTo>
                  <a:lnTo>
                    <a:pt x="0" y="0"/>
                  </a:lnTo>
                  <a:lnTo>
                    <a:pt x="658088" y="0"/>
                  </a:lnTo>
                  <a:lnTo>
                    <a:pt x="658088" y="50037"/>
                  </a:lnTo>
                  <a:lnTo>
                    <a:pt x="329044" y="50037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86879" y="1167104"/>
            <a:ext cx="5347335" cy="838835"/>
            <a:chOff x="686879" y="1167104"/>
            <a:chExt cx="5347335" cy="83883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879" y="1167104"/>
              <a:ext cx="5347081" cy="8388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31519" y="1188720"/>
              <a:ext cx="5257800" cy="749935"/>
            </a:xfrm>
            <a:custGeom>
              <a:avLst/>
              <a:gdLst/>
              <a:ahLst/>
              <a:cxnLst/>
              <a:rect l="l" t="t" r="r" b="b"/>
              <a:pathLst>
                <a:path w="5257800" h="749935">
                  <a:moveTo>
                    <a:pt x="5132514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7" y="48809"/>
                  </a:lnTo>
                  <a:lnTo>
                    <a:pt x="4267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1046" y="640966"/>
                  </a:lnTo>
                  <a:lnTo>
                    <a:pt x="1069" y="641322"/>
                  </a:lnTo>
                  <a:lnTo>
                    <a:pt x="4169" y="656997"/>
                  </a:lnTo>
                  <a:lnTo>
                    <a:pt x="4232" y="657313"/>
                  </a:lnTo>
                  <a:lnTo>
                    <a:pt x="9349" y="672488"/>
                  </a:lnTo>
                  <a:lnTo>
                    <a:pt x="9419" y="672695"/>
                  </a:lnTo>
                  <a:lnTo>
                    <a:pt x="36587" y="713205"/>
                  </a:lnTo>
                  <a:lnTo>
                    <a:pt x="77027" y="740309"/>
                  </a:lnTo>
                  <a:lnTo>
                    <a:pt x="124917" y="749884"/>
                  </a:lnTo>
                  <a:lnTo>
                    <a:pt x="5132882" y="749515"/>
                  </a:lnTo>
                  <a:lnTo>
                    <a:pt x="5180622" y="740102"/>
                  </a:lnTo>
                  <a:lnTo>
                    <a:pt x="5221123" y="712933"/>
                  </a:lnTo>
                  <a:lnTo>
                    <a:pt x="5248127" y="672695"/>
                  </a:lnTo>
                  <a:lnTo>
                    <a:pt x="5253415" y="657313"/>
                  </a:lnTo>
                  <a:lnTo>
                    <a:pt x="5253523" y="656997"/>
                  </a:lnTo>
                  <a:lnTo>
                    <a:pt x="5256653" y="641322"/>
                  </a:lnTo>
                  <a:lnTo>
                    <a:pt x="5256724" y="640966"/>
                  </a:lnTo>
                  <a:lnTo>
                    <a:pt x="5257776" y="624954"/>
                  </a:lnTo>
                  <a:lnTo>
                    <a:pt x="5257444" y="124917"/>
                  </a:lnTo>
                  <a:lnTo>
                    <a:pt x="5248025" y="77177"/>
                  </a:lnTo>
                  <a:lnTo>
                    <a:pt x="5220857" y="36676"/>
                  </a:lnTo>
                  <a:lnTo>
                    <a:pt x="5180411" y="9569"/>
                  </a:lnTo>
                  <a:lnTo>
                    <a:pt x="5148888" y="1075"/>
                  </a:lnTo>
                  <a:lnTo>
                    <a:pt x="51325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1519" y="1188720"/>
              <a:ext cx="5257800" cy="749935"/>
            </a:xfrm>
            <a:custGeom>
              <a:avLst/>
              <a:gdLst/>
              <a:ahLst/>
              <a:cxnLst/>
              <a:rect l="l" t="t" r="r" b="b"/>
              <a:pathLst>
                <a:path w="5257800" h="749935">
                  <a:moveTo>
                    <a:pt x="0" y="124917"/>
                  </a:moveTo>
                  <a:lnTo>
                    <a:pt x="1075" y="108549"/>
                  </a:lnTo>
                  <a:lnTo>
                    <a:pt x="4276" y="92517"/>
                  </a:lnTo>
                  <a:lnTo>
                    <a:pt x="25937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5132514" y="0"/>
                  </a:lnTo>
                  <a:lnTo>
                    <a:pt x="5180411" y="9569"/>
                  </a:lnTo>
                  <a:lnTo>
                    <a:pt x="5220857" y="36676"/>
                  </a:lnTo>
                  <a:lnTo>
                    <a:pt x="5248025" y="77177"/>
                  </a:lnTo>
                  <a:lnTo>
                    <a:pt x="5257444" y="124917"/>
                  </a:lnTo>
                  <a:lnTo>
                    <a:pt x="5257800" y="624598"/>
                  </a:lnTo>
                  <a:lnTo>
                    <a:pt x="5256724" y="640966"/>
                  </a:lnTo>
                  <a:lnTo>
                    <a:pt x="5253523" y="656997"/>
                  </a:lnTo>
                  <a:lnTo>
                    <a:pt x="5231862" y="700708"/>
                  </a:lnTo>
                  <a:lnTo>
                    <a:pt x="5195163" y="732955"/>
                  </a:lnTo>
                  <a:lnTo>
                    <a:pt x="5149245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7" y="713205"/>
                  </a:lnTo>
                  <a:lnTo>
                    <a:pt x="9419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039" y="1368348"/>
              <a:ext cx="528116" cy="40896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68679" y="1389964"/>
              <a:ext cx="439420" cy="320040"/>
            </a:xfrm>
            <a:custGeom>
              <a:avLst/>
              <a:gdLst/>
              <a:ahLst/>
              <a:cxnLst/>
              <a:rect l="l" t="t" r="r" b="b"/>
              <a:pathLst>
                <a:path w="439419" h="320039">
                  <a:moveTo>
                    <a:pt x="385203" y="0"/>
                  </a:moveTo>
                  <a:lnTo>
                    <a:pt x="53276" y="0"/>
                  </a:lnTo>
                  <a:lnTo>
                    <a:pt x="46330" y="466"/>
                  </a:lnTo>
                  <a:lnTo>
                    <a:pt x="11096" y="20759"/>
                  </a:lnTo>
                  <a:lnTo>
                    <a:pt x="0" y="53276"/>
                  </a:lnTo>
                  <a:lnTo>
                    <a:pt x="0" y="266750"/>
                  </a:lnTo>
                  <a:lnTo>
                    <a:pt x="445" y="273392"/>
                  </a:lnTo>
                  <a:lnTo>
                    <a:pt x="466" y="273698"/>
                  </a:lnTo>
                  <a:lnTo>
                    <a:pt x="1797" y="280255"/>
                  </a:lnTo>
                  <a:lnTo>
                    <a:pt x="1843" y="280477"/>
                  </a:lnTo>
                  <a:lnTo>
                    <a:pt x="26644" y="312839"/>
                  </a:lnTo>
                  <a:lnTo>
                    <a:pt x="46774" y="319671"/>
                  </a:lnTo>
                  <a:lnTo>
                    <a:pt x="47768" y="319671"/>
                  </a:lnTo>
                  <a:lnTo>
                    <a:pt x="53276" y="320039"/>
                  </a:lnTo>
                  <a:lnTo>
                    <a:pt x="385559" y="319671"/>
                  </a:lnTo>
                  <a:lnTo>
                    <a:pt x="423133" y="304107"/>
                  </a:lnTo>
                  <a:lnTo>
                    <a:pt x="436916" y="280477"/>
                  </a:lnTo>
                  <a:lnTo>
                    <a:pt x="436992" y="280255"/>
                  </a:lnTo>
                  <a:lnTo>
                    <a:pt x="438308" y="273698"/>
                  </a:lnTo>
                  <a:lnTo>
                    <a:pt x="438369" y="273392"/>
                  </a:lnTo>
                  <a:lnTo>
                    <a:pt x="438812" y="266750"/>
                  </a:lnTo>
                  <a:lnTo>
                    <a:pt x="438480" y="53276"/>
                  </a:lnTo>
                  <a:lnTo>
                    <a:pt x="422909" y="15701"/>
                  </a:lnTo>
                  <a:lnTo>
                    <a:pt x="392201" y="466"/>
                  </a:lnTo>
                  <a:lnTo>
                    <a:pt x="385203" y="0"/>
                  </a:lnTo>
                  <a:close/>
                </a:path>
              </a:pathLst>
            </a:custGeom>
            <a:solidFill>
              <a:srgbClr val="DFF5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8679" y="1389964"/>
              <a:ext cx="439420" cy="320040"/>
            </a:xfrm>
            <a:custGeom>
              <a:avLst/>
              <a:gdLst/>
              <a:ahLst/>
              <a:cxnLst/>
              <a:rect l="l" t="t" r="r" b="b"/>
              <a:pathLst>
                <a:path w="439419" h="320039">
                  <a:moveTo>
                    <a:pt x="0" y="53276"/>
                  </a:moveTo>
                  <a:lnTo>
                    <a:pt x="466" y="46278"/>
                  </a:lnTo>
                  <a:lnTo>
                    <a:pt x="1843" y="39416"/>
                  </a:lnTo>
                  <a:lnTo>
                    <a:pt x="26644" y="7200"/>
                  </a:lnTo>
                  <a:lnTo>
                    <a:pt x="53276" y="0"/>
                  </a:lnTo>
                  <a:lnTo>
                    <a:pt x="385203" y="0"/>
                  </a:lnTo>
                  <a:lnTo>
                    <a:pt x="422909" y="15701"/>
                  </a:lnTo>
                  <a:lnTo>
                    <a:pt x="438480" y="53276"/>
                  </a:lnTo>
                  <a:lnTo>
                    <a:pt x="438835" y="266395"/>
                  </a:lnTo>
                  <a:lnTo>
                    <a:pt x="438369" y="273392"/>
                  </a:lnTo>
                  <a:lnTo>
                    <a:pt x="436992" y="280255"/>
                  </a:lnTo>
                  <a:lnTo>
                    <a:pt x="412203" y="312470"/>
                  </a:lnTo>
                  <a:lnTo>
                    <a:pt x="53276" y="320039"/>
                  </a:lnTo>
                  <a:lnTo>
                    <a:pt x="15570" y="304331"/>
                  </a:lnTo>
                  <a:lnTo>
                    <a:pt x="0" y="266750"/>
                  </a:lnTo>
                  <a:lnTo>
                    <a:pt x="0" y="53276"/>
                  </a:lnTo>
                  <a:close/>
                </a:path>
              </a:pathLst>
            </a:custGeom>
            <a:ln w="9359">
              <a:solidFill>
                <a:srgbClr val="DFF5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02855" y="1482382"/>
            <a:ext cx="1701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75" dirty="0">
                <a:solidFill>
                  <a:srgbClr val="00908B"/>
                </a:solidFill>
                <a:latin typeface="Arial Black"/>
                <a:cs typeface="Arial Black"/>
              </a:rPr>
              <a:t>01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05064" y="1342339"/>
            <a:ext cx="40747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Centralize</a:t>
            </a:r>
            <a:r>
              <a:rPr sz="14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patient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clinical</a:t>
            </a:r>
            <a:r>
              <a:rPr sz="14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information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within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one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hospital.</a:t>
            </a:r>
            <a:endParaRPr sz="1400">
              <a:latin typeface="Noto Sans"/>
              <a:cs typeface="Noto San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10439" y="1167104"/>
            <a:ext cx="5347335" cy="838835"/>
            <a:chOff x="6310439" y="1167104"/>
            <a:chExt cx="5347335" cy="83883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10439" y="1167104"/>
              <a:ext cx="5347081" cy="8388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355080" y="1188720"/>
              <a:ext cx="5257800" cy="749935"/>
            </a:xfrm>
            <a:custGeom>
              <a:avLst/>
              <a:gdLst/>
              <a:ahLst/>
              <a:cxnLst/>
              <a:rect l="l" t="t" r="r" b="b"/>
              <a:pathLst>
                <a:path w="5257800" h="749935">
                  <a:moveTo>
                    <a:pt x="5132514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7" y="48809"/>
                  </a:lnTo>
                  <a:lnTo>
                    <a:pt x="4267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9349" y="672488"/>
                  </a:lnTo>
                  <a:lnTo>
                    <a:pt x="9419" y="672695"/>
                  </a:lnTo>
                  <a:lnTo>
                    <a:pt x="36587" y="713205"/>
                  </a:lnTo>
                  <a:lnTo>
                    <a:pt x="77027" y="740309"/>
                  </a:lnTo>
                  <a:lnTo>
                    <a:pt x="124917" y="749884"/>
                  </a:lnTo>
                  <a:lnTo>
                    <a:pt x="5132882" y="749515"/>
                  </a:lnTo>
                  <a:lnTo>
                    <a:pt x="5180622" y="740102"/>
                  </a:lnTo>
                  <a:lnTo>
                    <a:pt x="5221123" y="712933"/>
                  </a:lnTo>
                  <a:lnTo>
                    <a:pt x="5248127" y="672695"/>
                  </a:lnTo>
                  <a:lnTo>
                    <a:pt x="5248230" y="672488"/>
                  </a:lnTo>
                  <a:lnTo>
                    <a:pt x="5253415" y="657313"/>
                  </a:lnTo>
                  <a:lnTo>
                    <a:pt x="5253523" y="656997"/>
                  </a:lnTo>
                  <a:lnTo>
                    <a:pt x="5256653" y="641322"/>
                  </a:lnTo>
                  <a:lnTo>
                    <a:pt x="5256724" y="640966"/>
                  </a:lnTo>
                  <a:lnTo>
                    <a:pt x="5257776" y="624954"/>
                  </a:lnTo>
                  <a:lnTo>
                    <a:pt x="5257800" y="624598"/>
                  </a:lnTo>
                  <a:lnTo>
                    <a:pt x="5257444" y="124917"/>
                  </a:lnTo>
                  <a:lnTo>
                    <a:pt x="5248025" y="77177"/>
                  </a:lnTo>
                  <a:lnTo>
                    <a:pt x="5220857" y="36676"/>
                  </a:lnTo>
                  <a:lnTo>
                    <a:pt x="5180411" y="9569"/>
                  </a:lnTo>
                  <a:lnTo>
                    <a:pt x="5148888" y="1075"/>
                  </a:lnTo>
                  <a:lnTo>
                    <a:pt x="51325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55080" y="1188720"/>
              <a:ext cx="5257800" cy="749935"/>
            </a:xfrm>
            <a:custGeom>
              <a:avLst/>
              <a:gdLst/>
              <a:ahLst/>
              <a:cxnLst/>
              <a:rect l="l" t="t" r="r" b="b"/>
              <a:pathLst>
                <a:path w="5257800" h="749935">
                  <a:moveTo>
                    <a:pt x="0" y="124917"/>
                  </a:moveTo>
                  <a:lnTo>
                    <a:pt x="1075" y="108549"/>
                  </a:lnTo>
                  <a:lnTo>
                    <a:pt x="4276" y="92517"/>
                  </a:lnTo>
                  <a:lnTo>
                    <a:pt x="25937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5132514" y="0"/>
                  </a:lnTo>
                  <a:lnTo>
                    <a:pt x="5180411" y="9569"/>
                  </a:lnTo>
                  <a:lnTo>
                    <a:pt x="5220857" y="36676"/>
                  </a:lnTo>
                  <a:lnTo>
                    <a:pt x="5248025" y="77177"/>
                  </a:lnTo>
                  <a:lnTo>
                    <a:pt x="5257444" y="124917"/>
                  </a:lnTo>
                  <a:lnTo>
                    <a:pt x="5257800" y="624598"/>
                  </a:lnTo>
                  <a:lnTo>
                    <a:pt x="5256724" y="640966"/>
                  </a:lnTo>
                  <a:lnTo>
                    <a:pt x="5253523" y="656997"/>
                  </a:lnTo>
                  <a:lnTo>
                    <a:pt x="5231862" y="700708"/>
                  </a:lnTo>
                  <a:lnTo>
                    <a:pt x="5195163" y="732955"/>
                  </a:lnTo>
                  <a:lnTo>
                    <a:pt x="5149245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7" y="713205"/>
                  </a:lnTo>
                  <a:lnTo>
                    <a:pt x="9419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7599" y="1368348"/>
              <a:ext cx="528116" cy="40896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492240" y="1389964"/>
              <a:ext cx="439420" cy="320040"/>
            </a:xfrm>
            <a:custGeom>
              <a:avLst/>
              <a:gdLst/>
              <a:ahLst/>
              <a:cxnLst/>
              <a:rect l="l" t="t" r="r" b="b"/>
              <a:pathLst>
                <a:path w="439420" h="320039">
                  <a:moveTo>
                    <a:pt x="385203" y="0"/>
                  </a:moveTo>
                  <a:lnTo>
                    <a:pt x="53276" y="0"/>
                  </a:lnTo>
                  <a:lnTo>
                    <a:pt x="46330" y="466"/>
                  </a:lnTo>
                  <a:lnTo>
                    <a:pt x="11096" y="20759"/>
                  </a:lnTo>
                  <a:lnTo>
                    <a:pt x="0" y="53276"/>
                  </a:lnTo>
                  <a:lnTo>
                    <a:pt x="0" y="266750"/>
                  </a:lnTo>
                  <a:lnTo>
                    <a:pt x="445" y="273392"/>
                  </a:lnTo>
                  <a:lnTo>
                    <a:pt x="466" y="273698"/>
                  </a:lnTo>
                  <a:lnTo>
                    <a:pt x="1797" y="280255"/>
                  </a:lnTo>
                  <a:lnTo>
                    <a:pt x="1843" y="280477"/>
                  </a:lnTo>
                  <a:lnTo>
                    <a:pt x="26644" y="312839"/>
                  </a:lnTo>
                  <a:lnTo>
                    <a:pt x="46774" y="319671"/>
                  </a:lnTo>
                  <a:lnTo>
                    <a:pt x="47768" y="319671"/>
                  </a:lnTo>
                  <a:lnTo>
                    <a:pt x="53276" y="320039"/>
                  </a:lnTo>
                  <a:lnTo>
                    <a:pt x="385559" y="319671"/>
                  </a:lnTo>
                  <a:lnTo>
                    <a:pt x="423133" y="304107"/>
                  </a:lnTo>
                  <a:lnTo>
                    <a:pt x="438812" y="266750"/>
                  </a:lnTo>
                  <a:lnTo>
                    <a:pt x="438835" y="266395"/>
                  </a:lnTo>
                  <a:lnTo>
                    <a:pt x="438480" y="53276"/>
                  </a:lnTo>
                  <a:lnTo>
                    <a:pt x="422910" y="15701"/>
                  </a:lnTo>
                  <a:lnTo>
                    <a:pt x="392201" y="466"/>
                  </a:lnTo>
                  <a:lnTo>
                    <a:pt x="385203" y="0"/>
                  </a:lnTo>
                  <a:close/>
                </a:path>
              </a:pathLst>
            </a:custGeom>
            <a:solidFill>
              <a:srgbClr val="DFF5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92240" y="1389964"/>
              <a:ext cx="439420" cy="320040"/>
            </a:xfrm>
            <a:custGeom>
              <a:avLst/>
              <a:gdLst/>
              <a:ahLst/>
              <a:cxnLst/>
              <a:rect l="l" t="t" r="r" b="b"/>
              <a:pathLst>
                <a:path w="439420" h="320039">
                  <a:moveTo>
                    <a:pt x="0" y="53276"/>
                  </a:moveTo>
                  <a:lnTo>
                    <a:pt x="466" y="46278"/>
                  </a:lnTo>
                  <a:lnTo>
                    <a:pt x="1843" y="39416"/>
                  </a:lnTo>
                  <a:lnTo>
                    <a:pt x="26644" y="7200"/>
                  </a:lnTo>
                  <a:lnTo>
                    <a:pt x="53276" y="0"/>
                  </a:lnTo>
                  <a:lnTo>
                    <a:pt x="385203" y="0"/>
                  </a:lnTo>
                  <a:lnTo>
                    <a:pt x="422910" y="15701"/>
                  </a:lnTo>
                  <a:lnTo>
                    <a:pt x="438480" y="53276"/>
                  </a:lnTo>
                  <a:lnTo>
                    <a:pt x="438835" y="266395"/>
                  </a:lnTo>
                  <a:lnTo>
                    <a:pt x="438369" y="273392"/>
                  </a:lnTo>
                  <a:lnTo>
                    <a:pt x="436992" y="280255"/>
                  </a:lnTo>
                  <a:lnTo>
                    <a:pt x="412203" y="312470"/>
                  </a:lnTo>
                  <a:lnTo>
                    <a:pt x="53276" y="320039"/>
                  </a:lnTo>
                  <a:lnTo>
                    <a:pt x="15570" y="304331"/>
                  </a:lnTo>
                  <a:lnTo>
                    <a:pt x="0" y="266750"/>
                  </a:lnTo>
                  <a:lnTo>
                    <a:pt x="0" y="53276"/>
                  </a:lnTo>
                  <a:close/>
                </a:path>
              </a:pathLst>
            </a:custGeom>
            <a:ln w="9359">
              <a:solidFill>
                <a:srgbClr val="DFF5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26415" y="1482382"/>
            <a:ext cx="1701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75" dirty="0">
                <a:solidFill>
                  <a:srgbClr val="00908B"/>
                </a:solidFill>
                <a:latin typeface="Arial Black"/>
                <a:cs typeface="Arial Black"/>
              </a:rPr>
              <a:t>02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28624" y="1342339"/>
            <a:ext cx="34042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Provide</a:t>
            </a:r>
            <a:r>
              <a:rPr sz="14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role-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aware</a:t>
            </a:r>
            <a:r>
              <a:rPr sz="14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access</a:t>
            </a:r>
            <a:r>
              <a:rPr sz="14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to</a:t>
            </a:r>
            <a:r>
              <a:rPr sz="14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patient</a:t>
            </a:r>
            <a:r>
              <a:rPr sz="14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and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operational</a:t>
            </a:r>
            <a:r>
              <a:rPr sz="1400" spc="-8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workflows.</a:t>
            </a:r>
            <a:endParaRPr sz="1400">
              <a:latin typeface="Noto Sans"/>
              <a:cs typeface="Noto San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86879" y="2218664"/>
            <a:ext cx="5347335" cy="838835"/>
            <a:chOff x="686879" y="2218664"/>
            <a:chExt cx="5347335" cy="838835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879" y="2218664"/>
              <a:ext cx="5347081" cy="83880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31519" y="2240279"/>
              <a:ext cx="5257800" cy="749935"/>
            </a:xfrm>
            <a:custGeom>
              <a:avLst/>
              <a:gdLst/>
              <a:ahLst/>
              <a:cxnLst/>
              <a:rect l="l" t="t" r="r" b="b"/>
              <a:pathLst>
                <a:path w="5257800" h="749935">
                  <a:moveTo>
                    <a:pt x="5132514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7" y="48809"/>
                  </a:lnTo>
                  <a:lnTo>
                    <a:pt x="4267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1046" y="640966"/>
                  </a:lnTo>
                  <a:lnTo>
                    <a:pt x="1069" y="641322"/>
                  </a:lnTo>
                  <a:lnTo>
                    <a:pt x="4169" y="656997"/>
                  </a:lnTo>
                  <a:lnTo>
                    <a:pt x="4232" y="657313"/>
                  </a:lnTo>
                  <a:lnTo>
                    <a:pt x="9349" y="672488"/>
                  </a:lnTo>
                  <a:lnTo>
                    <a:pt x="9419" y="672695"/>
                  </a:lnTo>
                  <a:lnTo>
                    <a:pt x="16560" y="687235"/>
                  </a:lnTo>
                  <a:lnTo>
                    <a:pt x="48809" y="723941"/>
                  </a:lnTo>
                  <a:lnTo>
                    <a:pt x="92517" y="745605"/>
                  </a:lnTo>
                  <a:lnTo>
                    <a:pt x="124917" y="749884"/>
                  </a:lnTo>
                  <a:lnTo>
                    <a:pt x="5132882" y="749515"/>
                  </a:lnTo>
                  <a:lnTo>
                    <a:pt x="5180622" y="740102"/>
                  </a:lnTo>
                  <a:lnTo>
                    <a:pt x="5221123" y="712933"/>
                  </a:lnTo>
                  <a:lnTo>
                    <a:pt x="5248127" y="672695"/>
                  </a:lnTo>
                  <a:lnTo>
                    <a:pt x="5257776" y="624954"/>
                  </a:lnTo>
                  <a:lnTo>
                    <a:pt x="5257800" y="624598"/>
                  </a:lnTo>
                  <a:lnTo>
                    <a:pt x="5257444" y="124917"/>
                  </a:lnTo>
                  <a:lnTo>
                    <a:pt x="5248025" y="77177"/>
                  </a:lnTo>
                  <a:lnTo>
                    <a:pt x="5220857" y="36676"/>
                  </a:lnTo>
                  <a:lnTo>
                    <a:pt x="5180411" y="9569"/>
                  </a:lnTo>
                  <a:lnTo>
                    <a:pt x="5148888" y="1075"/>
                  </a:lnTo>
                  <a:lnTo>
                    <a:pt x="51325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1519" y="2240279"/>
              <a:ext cx="5257800" cy="749935"/>
            </a:xfrm>
            <a:custGeom>
              <a:avLst/>
              <a:gdLst/>
              <a:ahLst/>
              <a:cxnLst/>
              <a:rect l="l" t="t" r="r" b="b"/>
              <a:pathLst>
                <a:path w="5257800" h="749935">
                  <a:moveTo>
                    <a:pt x="0" y="124917"/>
                  </a:moveTo>
                  <a:lnTo>
                    <a:pt x="1075" y="108549"/>
                  </a:lnTo>
                  <a:lnTo>
                    <a:pt x="4276" y="92517"/>
                  </a:lnTo>
                  <a:lnTo>
                    <a:pt x="25937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5132514" y="0"/>
                  </a:lnTo>
                  <a:lnTo>
                    <a:pt x="5180411" y="9569"/>
                  </a:lnTo>
                  <a:lnTo>
                    <a:pt x="5220857" y="36676"/>
                  </a:lnTo>
                  <a:lnTo>
                    <a:pt x="5248025" y="77177"/>
                  </a:lnTo>
                  <a:lnTo>
                    <a:pt x="5257444" y="124917"/>
                  </a:lnTo>
                  <a:lnTo>
                    <a:pt x="5257800" y="624598"/>
                  </a:lnTo>
                  <a:lnTo>
                    <a:pt x="5256724" y="640966"/>
                  </a:lnTo>
                  <a:lnTo>
                    <a:pt x="5253523" y="656997"/>
                  </a:lnTo>
                  <a:lnTo>
                    <a:pt x="5231862" y="700708"/>
                  </a:lnTo>
                  <a:lnTo>
                    <a:pt x="5195163" y="732955"/>
                  </a:lnTo>
                  <a:lnTo>
                    <a:pt x="5149245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7" y="713205"/>
                  </a:lnTo>
                  <a:lnTo>
                    <a:pt x="9419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039" y="2419908"/>
              <a:ext cx="528116" cy="40896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68679" y="2441524"/>
              <a:ext cx="439420" cy="320040"/>
            </a:xfrm>
            <a:custGeom>
              <a:avLst/>
              <a:gdLst/>
              <a:ahLst/>
              <a:cxnLst/>
              <a:rect l="l" t="t" r="r" b="b"/>
              <a:pathLst>
                <a:path w="439419" h="320039">
                  <a:moveTo>
                    <a:pt x="385203" y="0"/>
                  </a:moveTo>
                  <a:lnTo>
                    <a:pt x="53276" y="0"/>
                  </a:lnTo>
                  <a:lnTo>
                    <a:pt x="46330" y="466"/>
                  </a:lnTo>
                  <a:lnTo>
                    <a:pt x="11096" y="20759"/>
                  </a:lnTo>
                  <a:lnTo>
                    <a:pt x="0" y="53276"/>
                  </a:lnTo>
                  <a:lnTo>
                    <a:pt x="0" y="266750"/>
                  </a:lnTo>
                  <a:lnTo>
                    <a:pt x="445" y="273392"/>
                  </a:lnTo>
                  <a:lnTo>
                    <a:pt x="466" y="273698"/>
                  </a:lnTo>
                  <a:lnTo>
                    <a:pt x="1797" y="280255"/>
                  </a:lnTo>
                  <a:lnTo>
                    <a:pt x="1843" y="280477"/>
                  </a:lnTo>
                  <a:lnTo>
                    <a:pt x="26644" y="312839"/>
                  </a:lnTo>
                  <a:lnTo>
                    <a:pt x="46774" y="319671"/>
                  </a:lnTo>
                  <a:lnTo>
                    <a:pt x="47768" y="319671"/>
                  </a:lnTo>
                  <a:lnTo>
                    <a:pt x="53276" y="320040"/>
                  </a:lnTo>
                  <a:lnTo>
                    <a:pt x="385559" y="319671"/>
                  </a:lnTo>
                  <a:lnTo>
                    <a:pt x="423133" y="304107"/>
                  </a:lnTo>
                  <a:lnTo>
                    <a:pt x="436916" y="280477"/>
                  </a:lnTo>
                  <a:lnTo>
                    <a:pt x="436992" y="280255"/>
                  </a:lnTo>
                  <a:lnTo>
                    <a:pt x="438308" y="273698"/>
                  </a:lnTo>
                  <a:lnTo>
                    <a:pt x="438369" y="273392"/>
                  </a:lnTo>
                  <a:lnTo>
                    <a:pt x="438812" y="266750"/>
                  </a:lnTo>
                  <a:lnTo>
                    <a:pt x="438480" y="53276"/>
                  </a:lnTo>
                  <a:lnTo>
                    <a:pt x="422909" y="15701"/>
                  </a:lnTo>
                  <a:lnTo>
                    <a:pt x="392201" y="466"/>
                  </a:lnTo>
                  <a:lnTo>
                    <a:pt x="385203" y="0"/>
                  </a:lnTo>
                  <a:close/>
                </a:path>
              </a:pathLst>
            </a:custGeom>
            <a:solidFill>
              <a:srgbClr val="DFF5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68679" y="2441524"/>
              <a:ext cx="439420" cy="320040"/>
            </a:xfrm>
            <a:custGeom>
              <a:avLst/>
              <a:gdLst/>
              <a:ahLst/>
              <a:cxnLst/>
              <a:rect l="l" t="t" r="r" b="b"/>
              <a:pathLst>
                <a:path w="439419" h="320039">
                  <a:moveTo>
                    <a:pt x="0" y="53276"/>
                  </a:moveTo>
                  <a:lnTo>
                    <a:pt x="466" y="46278"/>
                  </a:lnTo>
                  <a:lnTo>
                    <a:pt x="1843" y="39416"/>
                  </a:lnTo>
                  <a:lnTo>
                    <a:pt x="26644" y="7200"/>
                  </a:lnTo>
                  <a:lnTo>
                    <a:pt x="53276" y="0"/>
                  </a:lnTo>
                  <a:lnTo>
                    <a:pt x="385203" y="0"/>
                  </a:lnTo>
                  <a:lnTo>
                    <a:pt x="422909" y="15701"/>
                  </a:lnTo>
                  <a:lnTo>
                    <a:pt x="438480" y="53276"/>
                  </a:lnTo>
                  <a:lnTo>
                    <a:pt x="438835" y="266395"/>
                  </a:lnTo>
                  <a:lnTo>
                    <a:pt x="438369" y="273392"/>
                  </a:lnTo>
                  <a:lnTo>
                    <a:pt x="436992" y="280255"/>
                  </a:lnTo>
                  <a:lnTo>
                    <a:pt x="412203" y="312470"/>
                  </a:lnTo>
                  <a:lnTo>
                    <a:pt x="53276" y="320040"/>
                  </a:lnTo>
                  <a:lnTo>
                    <a:pt x="15570" y="304331"/>
                  </a:lnTo>
                  <a:lnTo>
                    <a:pt x="0" y="266750"/>
                  </a:lnTo>
                  <a:lnTo>
                    <a:pt x="0" y="53276"/>
                  </a:lnTo>
                  <a:close/>
                </a:path>
              </a:pathLst>
            </a:custGeom>
            <a:ln w="9359">
              <a:solidFill>
                <a:srgbClr val="DFF5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002855" y="2533942"/>
            <a:ext cx="1701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75" dirty="0">
                <a:solidFill>
                  <a:srgbClr val="00908B"/>
                </a:solidFill>
                <a:latin typeface="Arial Black"/>
                <a:cs typeface="Arial Black"/>
              </a:rPr>
              <a:t>03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05064" y="2393899"/>
            <a:ext cx="38004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Assist</a:t>
            </a:r>
            <a:r>
              <a:rPr sz="14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medical-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report</a:t>
            </a:r>
            <a:r>
              <a:rPr sz="14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understanding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through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generative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AI.</a:t>
            </a:r>
            <a:endParaRPr sz="1400">
              <a:latin typeface="Noto Sans"/>
              <a:cs typeface="Noto San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310439" y="2218664"/>
            <a:ext cx="5347335" cy="838835"/>
            <a:chOff x="6310439" y="2218664"/>
            <a:chExt cx="5347335" cy="838835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10439" y="2218664"/>
              <a:ext cx="5347081" cy="83880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355080" y="2240279"/>
              <a:ext cx="5257800" cy="749935"/>
            </a:xfrm>
            <a:custGeom>
              <a:avLst/>
              <a:gdLst/>
              <a:ahLst/>
              <a:cxnLst/>
              <a:rect l="l" t="t" r="r" b="b"/>
              <a:pathLst>
                <a:path w="5257800" h="749935">
                  <a:moveTo>
                    <a:pt x="5132514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7" y="48809"/>
                  </a:lnTo>
                  <a:lnTo>
                    <a:pt x="4267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9349" y="672488"/>
                  </a:lnTo>
                  <a:lnTo>
                    <a:pt x="9419" y="672695"/>
                  </a:lnTo>
                  <a:lnTo>
                    <a:pt x="36587" y="713205"/>
                  </a:lnTo>
                  <a:lnTo>
                    <a:pt x="77027" y="740309"/>
                  </a:lnTo>
                  <a:lnTo>
                    <a:pt x="124917" y="749884"/>
                  </a:lnTo>
                  <a:lnTo>
                    <a:pt x="5132882" y="749515"/>
                  </a:lnTo>
                  <a:lnTo>
                    <a:pt x="5180622" y="740102"/>
                  </a:lnTo>
                  <a:lnTo>
                    <a:pt x="5221123" y="712933"/>
                  </a:lnTo>
                  <a:lnTo>
                    <a:pt x="5248127" y="672695"/>
                  </a:lnTo>
                  <a:lnTo>
                    <a:pt x="5248230" y="672488"/>
                  </a:lnTo>
                  <a:lnTo>
                    <a:pt x="5253415" y="657313"/>
                  </a:lnTo>
                  <a:lnTo>
                    <a:pt x="5253523" y="656997"/>
                  </a:lnTo>
                  <a:lnTo>
                    <a:pt x="5256653" y="641322"/>
                  </a:lnTo>
                  <a:lnTo>
                    <a:pt x="5256724" y="640966"/>
                  </a:lnTo>
                  <a:lnTo>
                    <a:pt x="5257776" y="624954"/>
                  </a:lnTo>
                  <a:lnTo>
                    <a:pt x="5257800" y="624598"/>
                  </a:lnTo>
                  <a:lnTo>
                    <a:pt x="5257444" y="124917"/>
                  </a:lnTo>
                  <a:lnTo>
                    <a:pt x="5248025" y="77177"/>
                  </a:lnTo>
                  <a:lnTo>
                    <a:pt x="5220857" y="36676"/>
                  </a:lnTo>
                  <a:lnTo>
                    <a:pt x="5180411" y="9569"/>
                  </a:lnTo>
                  <a:lnTo>
                    <a:pt x="5148888" y="1075"/>
                  </a:lnTo>
                  <a:lnTo>
                    <a:pt x="51325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55080" y="2240279"/>
              <a:ext cx="5257800" cy="749935"/>
            </a:xfrm>
            <a:custGeom>
              <a:avLst/>
              <a:gdLst/>
              <a:ahLst/>
              <a:cxnLst/>
              <a:rect l="l" t="t" r="r" b="b"/>
              <a:pathLst>
                <a:path w="5257800" h="749935">
                  <a:moveTo>
                    <a:pt x="0" y="124917"/>
                  </a:moveTo>
                  <a:lnTo>
                    <a:pt x="1075" y="108549"/>
                  </a:lnTo>
                  <a:lnTo>
                    <a:pt x="4276" y="92517"/>
                  </a:lnTo>
                  <a:lnTo>
                    <a:pt x="25937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5132514" y="0"/>
                  </a:lnTo>
                  <a:lnTo>
                    <a:pt x="5180411" y="9569"/>
                  </a:lnTo>
                  <a:lnTo>
                    <a:pt x="5220857" y="36676"/>
                  </a:lnTo>
                  <a:lnTo>
                    <a:pt x="5248025" y="77177"/>
                  </a:lnTo>
                  <a:lnTo>
                    <a:pt x="5257444" y="124917"/>
                  </a:lnTo>
                  <a:lnTo>
                    <a:pt x="5257800" y="624598"/>
                  </a:lnTo>
                  <a:lnTo>
                    <a:pt x="5256724" y="640966"/>
                  </a:lnTo>
                  <a:lnTo>
                    <a:pt x="5253523" y="656997"/>
                  </a:lnTo>
                  <a:lnTo>
                    <a:pt x="5231862" y="700708"/>
                  </a:lnTo>
                  <a:lnTo>
                    <a:pt x="5195163" y="732955"/>
                  </a:lnTo>
                  <a:lnTo>
                    <a:pt x="5149245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7" y="713205"/>
                  </a:lnTo>
                  <a:lnTo>
                    <a:pt x="9419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7599" y="2419908"/>
              <a:ext cx="528116" cy="40896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492240" y="2441524"/>
              <a:ext cx="439420" cy="320040"/>
            </a:xfrm>
            <a:custGeom>
              <a:avLst/>
              <a:gdLst/>
              <a:ahLst/>
              <a:cxnLst/>
              <a:rect l="l" t="t" r="r" b="b"/>
              <a:pathLst>
                <a:path w="439420" h="320039">
                  <a:moveTo>
                    <a:pt x="385203" y="0"/>
                  </a:moveTo>
                  <a:lnTo>
                    <a:pt x="53276" y="0"/>
                  </a:lnTo>
                  <a:lnTo>
                    <a:pt x="46330" y="466"/>
                  </a:lnTo>
                  <a:lnTo>
                    <a:pt x="11096" y="20759"/>
                  </a:lnTo>
                  <a:lnTo>
                    <a:pt x="0" y="53276"/>
                  </a:lnTo>
                  <a:lnTo>
                    <a:pt x="0" y="266750"/>
                  </a:lnTo>
                  <a:lnTo>
                    <a:pt x="445" y="273392"/>
                  </a:lnTo>
                  <a:lnTo>
                    <a:pt x="466" y="273698"/>
                  </a:lnTo>
                  <a:lnTo>
                    <a:pt x="1797" y="280255"/>
                  </a:lnTo>
                  <a:lnTo>
                    <a:pt x="1843" y="280477"/>
                  </a:lnTo>
                  <a:lnTo>
                    <a:pt x="26644" y="312839"/>
                  </a:lnTo>
                  <a:lnTo>
                    <a:pt x="46774" y="319671"/>
                  </a:lnTo>
                  <a:lnTo>
                    <a:pt x="47768" y="319671"/>
                  </a:lnTo>
                  <a:lnTo>
                    <a:pt x="53276" y="320040"/>
                  </a:lnTo>
                  <a:lnTo>
                    <a:pt x="385559" y="319671"/>
                  </a:lnTo>
                  <a:lnTo>
                    <a:pt x="423133" y="304107"/>
                  </a:lnTo>
                  <a:lnTo>
                    <a:pt x="438812" y="266750"/>
                  </a:lnTo>
                  <a:lnTo>
                    <a:pt x="438835" y="266395"/>
                  </a:lnTo>
                  <a:lnTo>
                    <a:pt x="438480" y="53276"/>
                  </a:lnTo>
                  <a:lnTo>
                    <a:pt x="422910" y="15701"/>
                  </a:lnTo>
                  <a:lnTo>
                    <a:pt x="392201" y="466"/>
                  </a:lnTo>
                  <a:lnTo>
                    <a:pt x="385203" y="0"/>
                  </a:lnTo>
                  <a:close/>
                </a:path>
              </a:pathLst>
            </a:custGeom>
            <a:solidFill>
              <a:srgbClr val="DFF5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492240" y="2441524"/>
              <a:ext cx="439420" cy="320040"/>
            </a:xfrm>
            <a:custGeom>
              <a:avLst/>
              <a:gdLst/>
              <a:ahLst/>
              <a:cxnLst/>
              <a:rect l="l" t="t" r="r" b="b"/>
              <a:pathLst>
                <a:path w="439420" h="320039">
                  <a:moveTo>
                    <a:pt x="0" y="53276"/>
                  </a:moveTo>
                  <a:lnTo>
                    <a:pt x="466" y="46278"/>
                  </a:lnTo>
                  <a:lnTo>
                    <a:pt x="1843" y="39416"/>
                  </a:lnTo>
                  <a:lnTo>
                    <a:pt x="26644" y="7200"/>
                  </a:lnTo>
                  <a:lnTo>
                    <a:pt x="53276" y="0"/>
                  </a:lnTo>
                  <a:lnTo>
                    <a:pt x="385203" y="0"/>
                  </a:lnTo>
                  <a:lnTo>
                    <a:pt x="422910" y="15701"/>
                  </a:lnTo>
                  <a:lnTo>
                    <a:pt x="438480" y="53276"/>
                  </a:lnTo>
                  <a:lnTo>
                    <a:pt x="438835" y="266395"/>
                  </a:lnTo>
                  <a:lnTo>
                    <a:pt x="438369" y="273392"/>
                  </a:lnTo>
                  <a:lnTo>
                    <a:pt x="436992" y="280255"/>
                  </a:lnTo>
                  <a:lnTo>
                    <a:pt x="412203" y="312470"/>
                  </a:lnTo>
                  <a:lnTo>
                    <a:pt x="53276" y="320040"/>
                  </a:lnTo>
                  <a:lnTo>
                    <a:pt x="15570" y="304331"/>
                  </a:lnTo>
                  <a:lnTo>
                    <a:pt x="0" y="266750"/>
                  </a:lnTo>
                  <a:lnTo>
                    <a:pt x="0" y="53276"/>
                  </a:lnTo>
                  <a:close/>
                </a:path>
              </a:pathLst>
            </a:custGeom>
            <a:ln w="9359">
              <a:solidFill>
                <a:srgbClr val="DFF5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626415" y="2533942"/>
            <a:ext cx="1701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75" dirty="0">
                <a:solidFill>
                  <a:srgbClr val="00908B"/>
                </a:solidFill>
                <a:latin typeface="Arial Black"/>
                <a:cs typeface="Arial Black"/>
              </a:rPr>
              <a:t>04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28624" y="2393899"/>
            <a:ext cx="38284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Support</a:t>
            </a:r>
            <a:r>
              <a:rPr sz="14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review</a:t>
            </a:r>
            <a:r>
              <a:rPr sz="14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of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patient</a:t>
            </a:r>
            <a:r>
              <a:rPr sz="14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history,</a:t>
            </a:r>
            <a:r>
              <a:rPr sz="14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reports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and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available</a:t>
            </a:r>
            <a:r>
              <a:rPr sz="1400" spc="-5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trends.</a:t>
            </a:r>
            <a:endParaRPr sz="1400">
              <a:latin typeface="Noto Sans"/>
              <a:cs typeface="Noto Sans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86879" y="3270224"/>
            <a:ext cx="5347335" cy="838835"/>
            <a:chOff x="686879" y="3270224"/>
            <a:chExt cx="5347335" cy="838835"/>
          </a:xfrm>
        </p:grpSpPr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879" y="3270224"/>
              <a:ext cx="5347081" cy="83880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31519" y="3291839"/>
              <a:ext cx="5257800" cy="749935"/>
            </a:xfrm>
            <a:custGeom>
              <a:avLst/>
              <a:gdLst/>
              <a:ahLst/>
              <a:cxnLst/>
              <a:rect l="l" t="t" r="r" b="b"/>
              <a:pathLst>
                <a:path w="5257800" h="749935">
                  <a:moveTo>
                    <a:pt x="5132514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7" y="48809"/>
                  </a:lnTo>
                  <a:lnTo>
                    <a:pt x="4267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1046" y="640966"/>
                  </a:lnTo>
                  <a:lnTo>
                    <a:pt x="1069" y="641322"/>
                  </a:lnTo>
                  <a:lnTo>
                    <a:pt x="4169" y="656997"/>
                  </a:lnTo>
                  <a:lnTo>
                    <a:pt x="4232" y="657313"/>
                  </a:lnTo>
                  <a:lnTo>
                    <a:pt x="9349" y="672488"/>
                  </a:lnTo>
                  <a:lnTo>
                    <a:pt x="36587" y="713205"/>
                  </a:lnTo>
                  <a:lnTo>
                    <a:pt x="77027" y="740309"/>
                  </a:lnTo>
                  <a:lnTo>
                    <a:pt x="124917" y="749884"/>
                  </a:lnTo>
                  <a:lnTo>
                    <a:pt x="5132882" y="749515"/>
                  </a:lnTo>
                  <a:lnTo>
                    <a:pt x="5180622" y="740102"/>
                  </a:lnTo>
                  <a:lnTo>
                    <a:pt x="5221123" y="712933"/>
                  </a:lnTo>
                  <a:lnTo>
                    <a:pt x="5248127" y="672695"/>
                  </a:lnTo>
                  <a:lnTo>
                    <a:pt x="5257776" y="624954"/>
                  </a:lnTo>
                  <a:lnTo>
                    <a:pt x="5257800" y="624598"/>
                  </a:lnTo>
                  <a:lnTo>
                    <a:pt x="5257444" y="124917"/>
                  </a:lnTo>
                  <a:lnTo>
                    <a:pt x="5248025" y="77177"/>
                  </a:lnTo>
                  <a:lnTo>
                    <a:pt x="5220857" y="36676"/>
                  </a:lnTo>
                  <a:lnTo>
                    <a:pt x="5180411" y="9569"/>
                  </a:lnTo>
                  <a:lnTo>
                    <a:pt x="5148888" y="1075"/>
                  </a:lnTo>
                  <a:lnTo>
                    <a:pt x="51325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31519" y="3291839"/>
              <a:ext cx="5257800" cy="749935"/>
            </a:xfrm>
            <a:custGeom>
              <a:avLst/>
              <a:gdLst/>
              <a:ahLst/>
              <a:cxnLst/>
              <a:rect l="l" t="t" r="r" b="b"/>
              <a:pathLst>
                <a:path w="5257800" h="749935">
                  <a:moveTo>
                    <a:pt x="0" y="124917"/>
                  </a:moveTo>
                  <a:lnTo>
                    <a:pt x="1075" y="108549"/>
                  </a:lnTo>
                  <a:lnTo>
                    <a:pt x="4276" y="92517"/>
                  </a:lnTo>
                  <a:lnTo>
                    <a:pt x="25937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5132514" y="0"/>
                  </a:lnTo>
                  <a:lnTo>
                    <a:pt x="5180411" y="9569"/>
                  </a:lnTo>
                  <a:lnTo>
                    <a:pt x="5220857" y="36676"/>
                  </a:lnTo>
                  <a:lnTo>
                    <a:pt x="5248025" y="77177"/>
                  </a:lnTo>
                  <a:lnTo>
                    <a:pt x="5257444" y="124917"/>
                  </a:lnTo>
                  <a:lnTo>
                    <a:pt x="5257800" y="624598"/>
                  </a:lnTo>
                  <a:lnTo>
                    <a:pt x="5256724" y="640966"/>
                  </a:lnTo>
                  <a:lnTo>
                    <a:pt x="5253523" y="656997"/>
                  </a:lnTo>
                  <a:lnTo>
                    <a:pt x="5231862" y="700708"/>
                  </a:lnTo>
                  <a:lnTo>
                    <a:pt x="5195163" y="732955"/>
                  </a:lnTo>
                  <a:lnTo>
                    <a:pt x="5149245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7" y="713205"/>
                  </a:lnTo>
                  <a:lnTo>
                    <a:pt x="9419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039" y="3471468"/>
              <a:ext cx="528116" cy="40896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868679" y="3493084"/>
              <a:ext cx="439420" cy="320040"/>
            </a:xfrm>
            <a:custGeom>
              <a:avLst/>
              <a:gdLst/>
              <a:ahLst/>
              <a:cxnLst/>
              <a:rect l="l" t="t" r="r" b="b"/>
              <a:pathLst>
                <a:path w="439419" h="320039">
                  <a:moveTo>
                    <a:pt x="385203" y="0"/>
                  </a:moveTo>
                  <a:lnTo>
                    <a:pt x="53276" y="0"/>
                  </a:lnTo>
                  <a:lnTo>
                    <a:pt x="46330" y="466"/>
                  </a:lnTo>
                  <a:lnTo>
                    <a:pt x="11096" y="20759"/>
                  </a:lnTo>
                  <a:lnTo>
                    <a:pt x="0" y="53276"/>
                  </a:lnTo>
                  <a:lnTo>
                    <a:pt x="0" y="266750"/>
                  </a:lnTo>
                  <a:lnTo>
                    <a:pt x="445" y="273392"/>
                  </a:lnTo>
                  <a:lnTo>
                    <a:pt x="466" y="273698"/>
                  </a:lnTo>
                  <a:lnTo>
                    <a:pt x="1797" y="280255"/>
                  </a:lnTo>
                  <a:lnTo>
                    <a:pt x="1843" y="280477"/>
                  </a:lnTo>
                  <a:lnTo>
                    <a:pt x="4028" y="286849"/>
                  </a:lnTo>
                  <a:lnTo>
                    <a:pt x="4098" y="287055"/>
                  </a:lnTo>
                  <a:lnTo>
                    <a:pt x="32827" y="315935"/>
                  </a:lnTo>
                  <a:lnTo>
                    <a:pt x="46774" y="319671"/>
                  </a:lnTo>
                  <a:lnTo>
                    <a:pt x="47768" y="319671"/>
                  </a:lnTo>
                  <a:lnTo>
                    <a:pt x="53276" y="320040"/>
                  </a:lnTo>
                  <a:lnTo>
                    <a:pt x="385559" y="319671"/>
                  </a:lnTo>
                  <a:lnTo>
                    <a:pt x="423133" y="304107"/>
                  </a:lnTo>
                  <a:lnTo>
                    <a:pt x="436916" y="280477"/>
                  </a:lnTo>
                  <a:lnTo>
                    <a:pt x="436992" y="280255"/>
                  </a:lnTo>
                  <a:lnTo>
                    <a:pt x="438308" y="273698"/>
                  </a:lnTo>
                  <a:lnTo>
                    <a:pt x="438369" y="273392"/>
                  </a:lnTo>
                  <a:lnTo>
                    <a:pt x="438812" y="266750"/>
                  </a:lnTo>
                  <a:lnTo>
                    <a:pt x="438835" y="266395"/>
                  </a:lnTo>
                  <a:lnTo>
                    <a:pt x="438480" y="53276"/>
                  </a:lnTo>
                  <a:lnTo>
                    <a:pt x="422909" y="15701"/>
                  </a:lnTo>
                  <a:lnTo>
                    <a:pt x="392201" y="466"/>
                  </a:lnTo>
                  <a:lnTo>
                    <a:pt x="385203" y="0"/>
                  </a:lnTo>
                  <a:close/>
                </a:path>
              </a:pathLst>
            </a:custGeom>
            <a:solidFill>
              <a:srgbClr val="DFF5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68679" y="3493084"/>
              <a:ext cx="439420" cy="320040"/>
            </a:xfrm>
            <a:custGeom>
              <a:avLst/>
              <a:gdLst/>
              <a:ahLst/>
              <a:cxnLst/>
              <a:rect l="l" t="t" r="r" b="b"/>
              <a:pathLst>
                <a:path w="439419" h="320039">
                  <a:moveTo>
                    <a:pt x="0" y="53276"/>
                  </a:moveTo>
                  <a:lnTo>
                    <a:pt x="466" y="46278"/>
                  </a:lnTo>
                  <a:lnTo>
                    <a:pt x="1843" y="39416"/>
                  </a:lnTo>
                  <a:lnTo>
                    <a:pt x="26644" y="7200"/>
                  </a:lnTo>
                  <a:lnTo>
                    <a:pt x="53276" y="0"/>
                  </a:lnTo>
                  <a:lnTo>
                    <a:pt x="385203" y="0"/>
                  </a:lnTo>
                  <a:lnTo>
                    <a:pt x="422909" y="15701"/>
                  </a:lnTo>
                  <a:lnTo>
                    <a:pt x="438480" y="53276"/>
                  </a:lnTo>
                  <a:lnTo>
                    <a:pt x="438835" y="266395"/>
                  </a:lnTo>
                  <a:lnTo>
                    <a:pt x="438369" y="273392"/>
                  </a:lnTo>
                  <a:lnTo>
                    <a:pt x="436992" y="280255"/>
                  </a:lnTo>
                  <a:lnTo>
                    <a:pt x="412203" y="312470"/>
                  </a:lnTo>
                  <a:lnTo>
                    <a:pt x="53276" y="320040"/>
                  </a:lnTo>
                  <a:lnTo>
                    <a:pt x="15570" y="304331"/>
                  </a:lnTo>
                  <a:lnTo>
                    <a:pt x="0" y="266750"/>
                  </a:lnTo>
                  <a:lnTo>
                    <a:pt x="0" y="53276"/>
                  </a:lnTo>
                  <a:close/>
                </a:path>
              </a:pathLst>
            </a:custGeom>
            <a:ln w="9359">
              <a:solidFill>
                <a:srgbClr val="DFF5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002855" y="3585502"/>
            <a:ext cx="1701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75" dirty="0">
                <a:solidFill>
                  <a:srgbClr val="00908B"/>
                </a:solidFill>
                <a:latin typeface="Arial Black"/>
                <a:cs typeface="Arial Black"/>
              </a:rPr>
              <a:t>05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05064" y="3552025"/>
            <a:ext cx="41452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Assist</a:t>
            </a:r>
            <a:r>
              <a:rPr sz="14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medication</a:t>
            </a:r>
            <a:r>
              <a:rPr sz="14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4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appointment</a:t>
            </a:r>
            <a:r>
              <a:rPr sz="14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coordination.</a:t>
            </a:r>
            <a:endParaRPr sz="1400">
              <a:latin typeface="Noto Sans"/>
              <a:cs typeface="Noto Sans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310439" y="3270224"/>
            <a:ext cx="5347335" cy="838835"/>
            <a:chOff x="6310439" y="3270224"/>
            <a:chExt cx="5347335" cy="838835"/>
          </a:xfrm>
        </p:grpSpPr>
        <p:pic>
          <p:nvPicPr>
            <p:cNvPr id="53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10439" y="3270224"/>
              <a:ext cx="5347081" cy="838809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355080" y="3291839"/>
              <a:ext cx="5257800" cy="749935"/>
            </a:xfrm>
            <a:custGeom>
              <a:avLst/>
              <a:gdLst/>
              <a:ahLst/>
              <a:cxnLst/>
              <a:rect l="l" t="t" r="r" b="b"/>
              <a:pathLst>
                <a:path w="5257800" h="749935">
                  <a:moveTo>
                    <a:pt x="5132514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7" y="48809"/>
                  </a:lnTo>
                  <a:lnTo>
                    <a:pt x="4267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9349" y="672488"/>
                  </a:lnTo>
                  <a:lnTo>
                    <a:pt x="9419" y="672695"/>
                  </a:lnTo>
                  <a:lnTo>
                    <a:pt x="36587" y="713205"/>
                  </a:lnTo>
                  <a:lnTo>
                    <a:pt x="77027" y="740309"/>
                  </a:lnTo>
                  <a:lnTo>
                    <a:pt x="124917" y="749884"/>
                  </a:lnTo>
                  <a:lnTo>
                    <a:pt x="5132882" y="749515"/>
                  </a:lnTo>
                  <a:lnTo>
                    <a:pt x="5180622" y="740102"/>
                  </a:lnTo>
                  <a:lnTo>
                    <a:pt x="5221123" y="712933"/>
                  </a:lnTo>
                  <a:lnTo>
                    <a:pt x="5248127" y="672695"/>
                  </a:lnTo>
                  <a:lnTo>
                    <a:pt x="5248230" y="672488"/>
                  </a:lnTo>
                  <a:lnTo>
                    <a:pt x="5253415" y="657313"/>
                  </a:lnTo>
                  <a:lnTo>
                    <a:pt x="5253523" y="656997"/>
                  </a:lnTo>
                  <a:lnTo>
                    <a:pt x="5256653" y="641322"/>
                  </a:lnTo>
                  <a:lnTo>
                    <a:pt x="5256724" y="640966"/>
                  </a:lnTo>
                  <a:lnTo>
                    <a:pt x="5257776" y="624954"/>
                  </a:lnTo>
                  <a:lnTo>
                    <a:pt x="5257800" y="624598"/>
                  </a:lnTo>
                  <a:lnTo>
                    <a:pt x="5257444" y="124917"/>
                  </a:lnTo>
                  <a:lnTo>
                    <a:pt x="5248025" y="77177"/>
                  </a:lnTo>
                  <a:lnTo>
                    <a:pt x="5220857" y="36676"/>
                  </a:lnTo>
                  <a:lnTo>
                    <a:pt x="5180411" y="9569"/>
                  </a:lnTo>
                  <a:lnTo>
                    <a:pt x="5148888" y="1075"/>
                  </a:lnTo>
                  <a:lnTo>
                    <a:pt x="51325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355080" y="3291839"/>
              <a:ext cx="5257800" cy="749935"/>
            </a:xfrm>
            <a:custGeom>
              <a:avLst/>
              <a:gdLst/>
              <a:ahLst/>
              <a:cxnLst/>
              <a:rect l="l" t="t" r="r" b="b"/>
              <a:pathLst>
                <a:path w="5257800" h="749935">
                  <a:moveTo>
                    <a:pt x="0" y="124917"/>
                  </a:moveTo>
                  <a:lnTo>
                    <a:pt x="1075" y="108549"/>
                  </a:lnTo>
                  <a:lnTo>
                    <a:pt x="4276" y="92517"/>
                  </a:lnTo>
                  <a:lnTo>
                    <a:pt x="25937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5132514" y="0"/>
                  </a:lnTo>
                  <a:lnTo>
                    <a:pt x="5180411" y="9569"/>
                  </a:lnTo>
                  <a:lnTo>
                    <a:pt x="5220857" y="36676"/>
                  </a:lnTo>
                  <a:lnTo>
                    <a:pt x="5248025" y="77177"/>
                  </a:lnTo>
                  <a:lnTo>
                    <a:pt x="5257444" y="124917"/>
                  </a:lnTo>
                  <a:lnTo>
                    <a:pt x="5257800" y="624598"/>
                  </a:lnTo>
                  <a:lnTo>
                    <a:pt x="5256724" y="640966"/>
                  </a:lnTo>
                  <a:lnTo>
                    <a:pt x="5253523" y="656997"/>
                  </a:lnTo>
                  <a:lnTo>
                    <a:pt x="5231862" y="700708"/>
                  </a:lnTo>
                  <a:lnTo>
                    <a:pt x="5195163" y="732955"/>
                  </a:lnTo>
                  <a:lnTo>
                    <a:pt x="5149245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7" y="713205"/>
                  </a:lnTo>
                  <a:lnTo>
                    <a:pt x="9419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7599" y="3471468"/>
              <a:ext cx="528116" cy="408965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492240" y="3493084"/>
              <a:ext cx="439420" cy="320040"/>
            </a:xfrm>
            <a:custGeom>
              <a:avLst/>
              <a:gdLst/>
              <a:ahLst/>
              <a:cxnLst/>
              <a:rect l="l" t="t" r="r" b="b"/>
              <a:pathLst>
                <a:path w="439420" h="320039">
                  <a:moveTo>
                    <a:pt x="385203" y="0"/>
                  </a:moveTo>
                  <a:lnTo>
                    <a:pt x="53276" y="0"/>
                  </a:lnTo>
                  <a:lnTo>
                    <a:pt x="46330" y="466"/>
                  </a:lnTo>
                  <a:lnTo>
                    <a:pt x="11096" y="20759"/>
                  </a:lnTo>
                  <a:lnTo>
                    <a:pt x="0" y="53276"/>
                  </a:lnTo>
                  <a:lnTo>
                    <a:pt x="0" y="266750"/>
                  </a:lnTo>
                  <a:lnTo>
                    <a:pt x="445" y="273392"/>
                  </a:lnTo>
                  <a:lnTo>
                    <a:pt x="466" y="273698"/>
                  </a:lnTo>
                  <a:lnTo>
                    <a:pt x="1797" y="280255"/>
                  </a:lnTo>
                  <a:lnTo>
                    <a:pt x="1843" y="280477"/>
                  </a:lnTo>
                  <a:lnTo>
                    <a:pt x="4028" y="286849"/>
                  </a:lnTo>
                  <a:lnTo>
                    <a:pt x="32827" y="315935"/>
                  </a:lnTo>
                  <a:lnTo>
                    <a:pt x="46774" y="319671"/>
                  </a:lnTo>
                  <a:lnTo>
                    <a:pt x="47768" y="319671"/>
                  </a:lnTo>
                  <a:lnTo>
                    <a:pt x="53276" y="320040"/>
                  </a:lnTo>
                  <a:lnTo>
                    <a:pt x="385559" y="319671"/>
                  </a:lnTo>
                  <a:lnTo>
                    <a:pt x="423133" y="304107"/>
                  </a:lnTo>
                  <a:lnTo>
                    <a:pt x="438812" y="266750"/>
                  </a:lnTo>
                  <a:lnTo>
                    <a:pt x="438835" y="266395"/>
                  </a:lnTo>
                  <a:lnTo>
                    <a:pt x="438480" y="53276"/>
                  </a:lnTo>
                  <a:lnTo>
                    <a:pt x="422910" y="15701"/>
                  </a:lnTo>
                  <a:lnTo>
                    <a:pt x="392201" y="466"/>
                  </a:lnTo>
                  <a:lnTo>
                    <a:pt x="385203" y="0"/>
                  </a:lnTo>
                  <a:close/>
                </a:path>
              </a:pathLst>
            </a:custGeom>
            <a:solidFill>
              <a:srgbClr val="DFF5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492240" y="3493084"/>
              <a:ext cx="439420" cy="320040"/>
            </a:xfrm>
            <a:custGeom>
              <a:avLst/>
              <a:gdLst/>
              <a:ahLst/>
              <a:cxnLst/>
              <a:rect l="l" t="t" r="r" b="b"/>
              <a:pathLst>
                <a:path w="439420" h="320039">
                  <a:moveTo>
                    <a:pt x="0" y="53276"/>
                  </a:moveTo>
                  <a:lnTo>
                    <a:pt x="466" y="46278"/>
                  </a:lnTo>
                  <a:lnTo>
                    <a:pt x="1843" y="39416"/>
                  </a:lnTo>
                  <a:lnTo>
                    <a:pt x="26644" y="7200"/>
                  </a:lnTo>
                  <a:lnTo>
                    <a:pt x="53276" y="0"/>
                  </a:lnTo>
                  <a:lnTo>
                    <a:pt x="385203" y="0"/>
                  </a:lnTo>
                  <a:lnTo>
                    <a:pt x="422910" y="15701"/>
                  </a:lnTo>
                  <a:lnTo>
                    <a:pt x="438480" y="53276"/>
                  </a:lnTo>
                  <a:lnTo>
                    <a:pt x="438835" y="266395"/>
                  </a:lnTo>
                  <a:lnTo>
                    <a:pt x="438369" y="273392"/>
                  </a:lnTo>
                  <a:lnTo>
                    <a:pt x="436992" y="280255"/>
                  </a:lnTo>
                  <a:lnTo>
                    <a:pt x="412203" y="312470"/>
                  </a:lnTo>
                  <a:lnTo>
                    <a:pt x="53276" y="320040"/>
                  </a:lnTo>
                  <a:lnTo>
                    <a:pt x="15570" y="304331"/>
                  </a:lnTo>
                  <a:lnTo>
                    <a:pt x="0" y="266750"/>
                  </a:lnTo>
                  <a:lnTo>
                    <a:pt x="0" y="53276"/>
                  </a:lnTo>
                  <a:close/>
                </a:path>
              </a:pathLst>
            </a:custGeom>
            <a:ln w="9359">
              <a:solidFill>
                <a:srgbClr val="DFF5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6626415" y="3585502"/>
            <a:ext cx="1701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75" dirty="0">
                <a:solidFill>
                  <a:srgbClr val="00908B"/>
                </a:solidFill>
                <a:latin typeface="Arial Black"/>
                <a:cs typeface="Arial Black"/>
              </a:rPr>
              <a:t>06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128624" y="3445459"/>
            <a:ext cx="411987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Improve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caretaker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nursing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task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coordination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where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implemented.</a:t>
            </a:r>
            <a:endParaRPr sz="1400">
              <a:latin typeface="Noto Sans"/>
              <a:cs typeface="Noto Sans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86879" y="4321784"/>
            <a:ext cx="5347335" cy="838835"/>
            <a:chOff x="686879" y="4321784"/>
            <a:chExt cx="5347335" cy="838835"/>
          </a:xfrm>
        </p:grpSpPr>
        <p:pic>
          <p:nvPicPr>
            <p:cNvPr id="62" name="object 6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879" y="4321784"/>
              <a:ext cx="5347081" cy="838809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731519" y="4343400"/>
              <a:ext cx="5257800" cy="749935"/>
            </a:xfrm>
            <a:custGeom>
              <a:avLst/>
              <a:gdLst/>
              <a:ahLst/>
              <a:cxnLst/>
              <a:rect l="l" t="t" r="r" b="b"/>
              <a:pathLst>
                <a:path w="5257800" h="749935">
                  <a:moveTo>
                    <a:pt x="5132514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7" y="48809"/>
                  </a:lnTo>
                  <a:lnTo>
                    <a:pt x="4267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1046" y="640966"/>
                  </a:lnTo>
                  <a:lnTo>
                    <a:pt x="1069" y="641322"/>
                  </a:lnTo>
                  <a:lnTo>
                    <a:pt x="16560" y="687235"/>
                  </a:lnTo>
                  <a:lnTo>
                    <a:pt x="48809" y="723941"/>
                  </a:lnTo>
                  <a:lnTo>
                    <a:pt x="92517" y="745605"/>
                  </a:lnTo>
                  <a:lnTo>
                    <a:pt x="124917" y="749884"/>
                  </a:lnTo>
                  <a:lnTo>
                    <a:pt x="5132882" y="749515"/>
                  </a:lnTo>
                  <a:lnTo>
                    <a:pt x="5180622" y="740102"/>
                  </a:lnTo>
                  <a:lnTo>
                    <a:pt x="5221123" y="712933"/>
                  </a:lnTo>
                  <a:lnTo>
                    <a:pt x="5248127" y="672695"/>
                  </a:lnTo>
                  <a:lnTo>
                    <a:pt x="5253415" y="657313"/>
                  </a:lnTo>
                  <a:lnTo>
                    <a:pt x="5253523" y="656997"/>
                  </a:lnTo>
                  <a:lnTo>
                    <a:pt x="5256653" y="641322"/>
                  </a:lnTo>
                  <a:lnTo>
                    <a:pt x="5256724" y="640966"/>
                  </a:lnTo>
                  <a:lnTo>
                    <a:pt x="5257776" y="624954"/>
                  </a:lnTo>
                  <a:lnTo>
                    <a:pt x="5257444" y="124917"/>
                  </a:lnTo>
                  <a:lnTo>
                    <a:pt x="5248025" y="77177"/>
                  </a:lnTo>
                  <a:lnTo>
                    <a:pt x="5220857" y="36676"/>
                  </a:lnTo>
                  <a:lnTo>
                    <a:pt x="5180411" y="9569"/>
                  </a:lnTo>
                  <a:lnTo>
                    <a:pt x="5148888" y="1075"/>
                  </a:lnTo>
                  <a:lnTo>
                    <a:pt x="51325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31519" y="4343400"/>
              <a:ext cx="5257800" cy="749935"/>
            </a:xfrm>
            <a:custGeom>
              <a:avLst/>
              <a:gdLst/>
              <a:ahLst/>
              <a:cxnLst/>
              <a:rect l="l" t="t" r="r" b="b"/>
              <a:pathLst>
                <a:path w="5257800" h="749935">
                  <a:moveTo>
                    <a:pt x="0" y="124917"/>
                  </a:moveTo>
                  <a:lnTo>
                    <a:pt x="1075" y="108549"/>
                  </a:lnTo>
                  <a:lnTo>
                    <a:pt x="4276" y="92517"/>
                  </a:lnTo>
                  <a:lnTo>
                    <a:pt x="25937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5132514" y="0"/>
                  </a:lnTo>
                  <a:lnTo>
                    <a:pt x="5180411" y="9569"/>
                  </a:lnTo>
                  <a:lnTo>
                    <a:pt x="5220857" y="36676"/>
                  </a:lnTo>
                  <a:lnTo>
                    <a:pt x="5248025" y="77177"/>
                  </a:lnTo>
                  <a:lnTo>
                    <a:pt x="5257444" y="124917"/>
                  </a:lnTo>
                  <a:lnTo>
                    <a:pt x="5257800" y="624598"/>
                  </a:lnTo>
                  <a:lnTo>
                    <a:pt x="5256724" y="640966"/>
                  </a:lnTo>
                  <a:lnTo>
                    <a:pt x="5253523" y="656997"/>
                  </a:lnTo>
                  <a:lnTo>
                    <a:pt x="5231862" y="700708"/>
                  </a:lnTo>
                  <a:lnTo>
                    <a:pt x="5195163" y="732955"/>
                  </a:lnTo>
                  <a:lnTo>
                    <a:pt x="5149245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7" y="713205"/>
                  </a:lnTo>
                  <a:lnTo>
                    <a:pt x="9419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039" y="4523028"/>
              <a:ext cx="528116" cy="40896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868679" y="4544644"/>
              <a:ext cx="439420" cy="320040"/>
            </a:xfrm>
            <a:custGeom>
              <a:avLst/>
              <a:gdLst/>
              <a:ahLst/>
              <a:cxnLst/>
              <a:rect l="l" t="t" r="r" b="b"/>
              <a:pathLst>
                <a:path w="439419" h="320039">
                  <a:moveTo>
                    <a:pt x="385203" y="0"/>
                  </a:moveTo>
                  <a:lnTo>
                    <a:pt x="53276" y="0"/>
                  </a:lnTo>
                  <a:lnTo>
                    <a:pt x="46330" y="466"/>
                  </a:lnTo>
                  <a:lnTo>
                    <a:pt x="11096" y="20759"/>
                  </a:lnTo>
                  <a:lnTo>
                    <a:pt x="0" y="53276"/>
                  </a:lnTo>
                  <a:lnTo>
                    <a:pt x="0" y="266750"/>
                  </a:lnTo>
                  <a:lnTo>
                    <a:pt x="445" y="273392"/>
                  </a:lnTo>
                  <a:lnTo>
                    <a:pt x="466" y="273698"/>
                  </a:lnTo>
                  <a:lnTo>
                    <a:pt x="1797" y="280255"/>
                  </a:lnTo>
                  <a:lnTo>
                    <a:pt x="1843" y="280477"/>
                  </a:lnTo>
                  <a:lnTo>
                    <a:pt x="4028" y="286849"/>
                  </a:lnTo>
                  <a:lnTo>
                    <a:pt x="4098" y="287055"/>
                  </a:lnTo>
                  <a:lnTo>
                    <a:pt x="32827" y="315935"/>
                  </a:lnTo>
                  <a:lnTo>
                    <a:pt x="46774" y="319671"/>
                  </a:lnTo>
                  <a:lnTo>
                    <a:pt x="47768" y="319671"/>
                  </a:lnTo>
                  <a:lnTo>
                    <a:pt x="53276" y="320039"/>
                  </a:lnTo>
                  <a:lnTo>
                    <a:pt x="385559" y="319671"/>
                  </a:lnTo>
                  <a:lnTo>
                    <a:pt x="423133" y="304107"/>
                  </a:lnTo>
                  <a:lnTo>
                    <a:pt x="436916" y="280477"/>
                  </a:lnTo>
                  <a:lnTo>
                    <a:pt x="436992" y="280255"/>
                  </a:lnTo>
                  <a:lnTo>
                    <a:pt x="438308" y="273698"/>
                  </a:lnTo>
                  <a:lnTo>
                    <a:pt x="438369" y="273392"/>
                  </a:lnTo>
                  <a:lnTo>
                    <a:pt x="438812" y="266750"/>
                  </a:lnTo>
                  <a:lnTo>
                    <a:pt x="438835" y="266395"/>
                  </a:lnTo>
                  <a:lnTo>
                    <a:pt x="438480" y="53276"/>
                  </a:lnTo>
                  <a:lnTo>
                    <a:pt x="422909" y="15701"/>
                  </a:lnTo>
                  <a:lnTo>
                    <a:pt x="392201" y="466"/>
                  </a:lnTo>
                  <a:lnTo>
                    <a:pt x="385203" y="0"/>
                  </a:lnTo>
                  <a:close/>
                </a:path>
              </a:pathLst>
            </a:custGeom>
            <a:solidFill>
              <a:srgbClr val="DFF5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68679" y="4544644"/>
              <a:ext cx="439420" cy="320040"/>
            </a:xfrm>
            <a:custGeom>
              <a:avLst/>
              <a:gdLst/>
              <a:ahLst/>
              <a:cxnLst/>
              <a:rect l="l" t="t" r="r" b="b"/>
              <a:pathLst>
                <a:path w="439419" h="320039">
                  <a:moveTo>
                    <a:pt x="0" y="53276"/>
                  </a:moveTo>
                  <a:lnTo>
                    <a:pt x="466" y="46278"/>
                  </a:lnTo>
                  <a:lnTo>
                    <a:pt x="1843" y="39416"/>
                  </a:lnTo>
                  <a:lnTo>
                    <a:pt x="26644" y="7200"/>
                  </a:lnTo>
                  <a:lnTo>
                    <a:pt x="53276" y="0"/>
                  </a:lnTo>
                  <a:lnTo>
                    <a:pt x="385203" y="0"/>
                  </a:lnTo>
                  <a:lnTo>
                    <a:pt x="422909" y="15701"/>
                  </a:lnTo>
                  <a:lnTo>
                    <a:pt x="438480" y="53276"/>
                  </a:lnTo>
                  <a:lnTo>
                    <a:pt x="438835" y="266395"/>
                  </a:lnTo>
                  <a:lnTo>
                    <a:pt x="438369" y="273392"/>
                  </a:lnTo>
                  <a:lnTo>
                    <a:pt x="436992" y="280255"/>
                  </a:lnTo>
                  <a:lnTo>
                    <a:pt x="412203" y="312470"/>
                  </a:lnTo>
                  <a:lnTo>
                    <a:pt x="53276" y="320039"/>
                  </a:lnTo>
                  <a:lnTo>
                    <a:pt x="15570" y="304331"/>
                  </a:lnTo>
                  <a:lnTo>
                    <a:pt x="0" y="266750"/>
                  </a:lnTo>
                  <a:lnTo>
                    <a:pt x="0" y="53276"/>
                  </a:lnTo>
                  <a:close/>
                </a:path>
              </a:pathLst>
            </a:custGeom>
            <a:ln w="9359">
              <a:solidFill>
                <a:srgbClr val="DFF5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1002855" y="4637061"/>
            <a:ext cx="1701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75" dirty="0">
                <a:solidFill>
                  <a:srgbClr val="00908B"/>
                </a:solidFill>
                <a:latin typeface="Arial Black"/>
                <a:cs typeface="Arial Black"/>
              </a:rPr>
              <a:t>07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505064" y="4497019"/>
            <a:ext cx="371221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Explore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20" dirty="0">
                <a:solidFill>
                  <a:srgbClr val="2C3A48"/>
                </a:solidFill>
                <a:latin typeface="Noto Sans"/>
                <a:cs typeface="Noto Sans"/>
              </a:rPr>
              <a:t>low-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cost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 mattress/cradle</a:t>
            </a:r>
            <a:r>
              <a:rPr sz="1400" spc="-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respiratory sensing.</a:t>
            </a:r>
            <a:endParaRPr sz="1400">
              <a:latin typeface="Noto Sans"/>
              <a:cs typeface="Noto Sans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310439" y="4321784"/>
            <a:ext cx="5347335" cy="838835"/>
            <a:chOff x="6310439" y="4321784"/>
            <a:chExt cx="5347335" cy="838835"/>
          </a:xfrm>
        </p:grpSpPr>
        <p:pic>
          <p:nvPicPr>
            <p:cNvPr id="71" name="object 7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10439" y="4321784"/>
              <a:ext cx="5347081" cy="838809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6355080" y="4343400"/>
              <a:ext cx="5257800" cy="749935"/>
            </a:xfrm>
            <a:custGeom>
              <a:avLst/>
              <a:gdLst/>
              <a:ahLst/>
              <a:cxnLst/>
              <a:rect l="l" t="t" r="r" b="b"/>
              <a:pathLst>
                <a:path w="5257800" h="749935">
                  <a:moveTo>
                    <a:pt x="5132514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7" y="48809"/>
                  </a:lnTo>
                  <a:lnTo>
                    <a:pt x="4267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9349" y="672488"/>
                  </a:lnTo>
                  <a:lnTo>
                    <a:pt x="9419" y="672695"/>
                  </a:lnTo>
                  <a:lnTo>
                    <a:pt x="36587" y="713205"/>
                  </a:lnTo>
                  <a:lnTo>
                    <a:pt x="77027" y="740309"/>
                  </a:lnTo>
                  <a:lnTo>
                    <a:pt x="124917" y="749884"/>
                  </a:lnTo>
                  <a:lnTo>
                    <a:pt x="5132882" y="749515"/>
                  </a:lnTo>
                  <a:lnTo>
                    <a:pt x="5180622" y="740102"/>
                  </a:lnTo>
                  <a:lnTo>
                    <a:pt x="5221123" y="712933"/>
                  </a:lnTo>
                  <a:lnTo>
                    <a:pt x="5248127" y="672695"/>
                  </a:lnTo>
                  <a:lnTo>
                    <a:pt x="5248230" y="672488"/>
                  </a:lnTo>
                  <a:lnTo>
                    <a:pt x="5253415" y="657313"/>
                  </a:lnTo>
                  <a:lnTo>
                    <a:pt x="5253523" y="656997"/>
                  </a:lnTo>
                  <a:lnTo>
                    <a:pt x="5256653" y="641322"/>
                  </a:lnTo>
                  <a:lnTo>
                    <a:pt x="5256724" y="640966"/>
                  </a:lnTo>
                  <a:lnTo>
                    <a:pt x="5257776" y="624954"/>
                  </a:lnTo>
                  <a:lnTo>
                    <a:pt x="5257800" y="624598"/>
                  </a:lnTo>
                  <a:lnTo>
                    <a:pt x="5257444" y="124917"/>
                  </a:lnTo>
                  <a:lnTo>
                    <a:pt x="5248025" y="77177"/>
                  </a:lnTo>
                  <a:lnTo>
                    <a:pt x="5220857" y="36676"/>
                  </a:lnTo>
                  <a:lnTo>
                    <a:pt x="5180411" y="9569"/>
                  </a:lnTo>
                  <a:lnTo>
                    <a:pt x="5148888" y="1075"/>
                  </a:lnTo>
                  <a:lnTo>
                    <a:pt x="51325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355080" y="4343400"/>
              <a:ext cx="5257800" cy="749935"/>
            </a:xfrm>
            <a:custGeom>
              <a:avLst/>
              <a:gdLst/>
              <a:ahLst/>
              <a:cxnLst/>
              <a:rect l="l" t="t" r="r" b="b"/>
              <a:pathLst>
                <a:path w="5257800" h="749935">
                  <a:moveTo>
                    <a:pt x="0" y="124917"/>
                  </a:moveTo>
                  <a:lnTo>
                    <a:pt x="1075" y="108549"/>
                  </a:lnTo>
                  <a:lnTo>
                    <a:pt x="4276" y="92517"/>
                  </a:lnTo>
                  <a:lnTo>
                    <a:pt x="25937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5132514" y="0"/>
                  </a:lnTo>
                  <a:lnTo>
                    <a:pt x="5180411" y="9569"/>
                  </a:lnTo>
                  <a:lnTo>
                    <a:pt x="5220857" y="36676"/>
                  </a:lnTo>
                  <a:lnTo>
                    <a:pt x="5248025" y="77177"/>
                  </a:lnTo>
                  <a:lnTo>
                    <a:pt x="5257444" y="124917"/>
                  </a:lnTo>
                  <a:lnTo>
                    <a:pt x="5257800" y="624598"/>
                  </a:lnTo>
                  <a:lnTo>
                    <a:pt x="5256724" y="640966"/>
                  </a:lnTo>
                  <a:lnTo>
                    <a:pt x="5253523" y="656997"/>
                  </a:lnTo>
                  <a:lnTo>
                    <a:pt x="5231862" y="700708"/>
                  </a:lnTo>
                  <a:lnTo>
                    <a:pt x="5195163" y="732955"/>
                  </a:lnTo>
                  <a:lnTo>
                    <a:pt x="5149245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7" y="713205"/>
                  </a:lnTo>
                  <a:lnTo>
                    <a:pt x="9419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7599" y="4523028"/>
              <a:ext cx="528116" cy="408965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6492240" y="4544644"/>
              <a:ext cx="439420" cy="320040"/>
            </a:xfrm>
            <a:custGeom>
              <a:avLst/>
              <a:gdLst/>
              <a:ahLst/>
              <a:cxnLst/>
              <a:rect l="l" t="t" r="r" b="b"/>
              <a:pathLst>
                <a:path w="439420" h="320039">
                  <a:moveTo>
                    <a:pt x="385203" y="0"/>
                  </a:moveTo>
                  <a:lnTo>
                    <a:pt x="53276" y="0"/>
                  </a:lnTo>
                  <a:lnTo>
                    <a:pt x="46330" y="466"/>
                  </a:lnTo>
                  <a:lnTo>
                    <a:pt x="11096" y="20759"/>
                  </a:lnTo>
                  <a:lnTo>
                    <a:pt x="0" y="53276"/>
                  </a:lnTo>
                  <a:lnTo>
                    <a:pt x="0" y="266750"/>
                  </a:lnTo>
                  <a:lnTo>
                    <a:pt x="445" y="273392"/>
                  </a:lnTo>
                  <a:lnTo>
                    <a:pt x="466" y="273698"/>
                  </a:lnTo>
                  <a:lnTo>
                    <a:pt x="1797" y="280255"/>
                  </a:lnTo>
                  <a:lnTo>
                    <a:pt x="1843" y="280477"/>
                  </a:lnTo>
                  <a:lnTo>
                    <a:pt x="26644" y="312839"/>
                  </a:lnTo>
                  <a:lnTo>
                    <a:pt x="46774" y="319671"/>
                  </a:lnTo>
                  <a:lnTo>
                    <a:pt x="47768" y="319671"/>
                  </a:lnTo>
                  <a:lnTo>
                    <a:pt x="53276" y="320039"/>
                  </a:lnTo>
                  <a:lnTo>
                    <a:pt x="385559" y="319671"/>
                  </a:lnTo>
                  <a:lnTo>
                    <a:pt x="423133" y="304107"/>
                  </a:lnTo>
                  <a:lnTo>
                    <a:pt x="434634" y="287055"/>
                  </a:lnTo>
                  <a:lnTo>
                    <a:pt x="434737" y="286849"/>
                  </a:lnTo>
                  <a:lnTo>
                    <a:pt x="436916" y="280477"/>
                  </a:lnTo>
                  <a:lnTo>
                    <a:pt x="436992" y="280255"/>
                  </a:lnTo>
                  <a:lnTo>
                    <a:pt x="438308" y="273698"/>
                  </a:lnTo>
                  <a:lnTo>
                    <a:pt x="438369" y="273392"/>
                  </a:lnTo>
                  <a:lnTo>
                    <a:pt x="438812" y="266750"/>
                  </a:lnTo>
                  <a:lnTo>
                    <a:pt x="438835" y="266395"/>
                  </a:lnTo>
                  <a:lnTo>
                    <a:pt x="438480" y="53276"/>
                  </a:lnTo>
                  <a:lnTo>
                    <a:pt x="422910" y="15701"/>
                  </a:lnTo>
                  <a:lnTo>
                    <a:pt x="392201" y="466"/>
                  </a:lnTo>
                  <a:lnTo>
                    <a:pt x="385203" y="0"/>
                  </a:lnTo>
                  <a:close/>
                </a:path>
              </a:pathLst>
            </a:custGeom>
            <a:solidFill>
              <a:srgbClr val="DFF5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492240" y="4544644"/>
              <a:ext cx="439420" cy="320040"/>
            </a:xfrm>
            <a:custGeom>
              <a:avLst/>
              <a:gdLst/>
              <a:ahLst/>
              <a:cxnLst/>
              <a:rect l="l" t="t" r="r" b="b"/>
              <a:pathLst>
                <a:path w="439420" h="320039">
                  <a:moveTo>
                    <a:pt x="0" y="53276"/>
                  </a:moveTo>
                  <a:lnTo>
                    <a:pt x="466" y="46278"/>
                  </a:lnTo>
                  <a:lnTo>
                    <a:pt x="1843" y="39416"/>
                  </a:lnTo>
                  <a:lnTo>
                    <a:pt x="26644" y="7200"/>
                  </a:lnTo>
                  <a:lnTo>
                    <a:pt x="53276" y="0"/>
                  </a:lnTo>
                  <a:lnTo>
                    <a:pt x="385203" y="0"/>
                  </a:lnTo>
                  <a:lnTo>
                    <a:pt x="422910" y="15701"/>
                  </a:lnTo>
                  <a:lnTo>
                    <a:pt x="438480" y="53276"/>
                  </a:lnTo>
                  <a:lnTo>
                    <a:pt x="438835" y="266395"/>
                  </a:lnTo>
                  <a:lnTo>
                    <a:pt x="438369" y="273392"/>
                  </a:lnTo>
                  <a:lnTo>
                    <a:pt x="436992" y="280255"/>
                  </a:lnTo>
                  <a:lnTo>
                    <a:pt x="412203" y="312470"/>
                  </a:lnTo>
                  <a:lnTo>
                    <a:pt x="53276" y="320039"/>
                  </a:lnTo>
                  <a:lnTo>
                    <a:pt x="15570" y="304331"/>
                  </a:lnTo>
                  <a:lnTo>
                    <a:pt x="0" y="266750"/>
                  </a:lnTo>
                  <a:lnTo>
                    <a:pt x="0" y="53276"/>
                  </a:lnTo>
                  <a:close/>
                </a:path>
              </a:pathLst>
            </a:custGeom>
            <a:ln w="9359">
              <a:solidFill>
                <a:srgbClr val="DFF5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6626415" y="4637061"/>
            <a:ext cx="17018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75" dirty="0">
                <a:solidFill>
                  <a:srgbClr val="00908B"/>
                </a:solidFill>
                <a:latin typeface="Arial Black"/>
                <a:cs typeface="Arial Black"/>
              </a:rPr>
              <a:t>08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128624" y="4497019"/>
            <a:ext cx="38982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Investigate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Wi-Fi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CSI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for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contactless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ward-level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anomaly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research.</a:t>
            </a:r>
            <a:endParaRPr sz="1400">
              <a:latin typeface="Noto Sans"/>
              <a:cs typeface="Noto Sans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79" name="object 7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Existing</a:t>
            </a:r>
            <a:r>
              <a:rPr spc="-175" dirty="0"/>
              <a:t> </a:t>
            </a:r>
            <a:r>
              <a:rPr spc="-170" dirty="0"/>
              <a:t>Approach</a:t>
            </a:r>
            <a:r>
              <a:rPr spc="-180" dirty="0"/>
              <a:t> </a:t>
            </a:r>
            <a:r>
              <a:rPr spc="-235" dirty="0"/>
              <a:t>vs</a:t>
            </a:r>
            <a:r>
              <a:rPr spc="-175" dirty="0"/>
              <a:t> </a:t>
            </a:r>
            <a:r>
              <a:rPr spc="-190" dirty="0"/>
              <a:t>MedTrace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5635" y="819353"/>
            <a:ext cx="747395" cy="139065"/>
            <a:chOff x="485635" y="819353"/>
            <a:chExt cx="747395" cy="139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635" y="819353"/>
              <a:ext cx="747356" cy="138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658088" y="0"/>
                  </a:moveTo>
                  <a:lnTo>
                    <a:pt x="0" y="0"/>
                  </a:lnTo>
                  <a:lnTo>
                    <a:pt x="0" y="50037"/>
                  </a:lnTo>
                  <a:lnTo>
                    <a:pt x="329044" y="50037"/>
                  </a:lnTo>
                  <a:lnTo>
                    <a:pt x="658088" y="50037"/>
                  </a:lnTo>
                  <a:lnTo>
                    <a:pt x="658088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329044" y="50037"/>
                  </a:moveTo>
                  <a:lnTo>
                    <a:pt x="0" y="50037"/>
                  </a:lnTo>
                  <a:lnTo>
                    <a:pt x="0" y="0"/>
                  </a:lnTo>
                  <a:lnTo>
                    <a:pt x="658088" y="0"/>
                  </a:lnTo>
                  <a:lnTo>
                    <a:pt x="658088" y="50037"/>
                  </a:lnTo>
                  <a:lnTo>
                    <a:pt x="329044" y="50037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85900" y="818908"/>
            <a:ext cx="51714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Conceptual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comparison;</a:t>
            </a:r>
            <a:r>
              <a:rPr sz="1000" spc="-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actual</a:t>
            </a:r>
            <a:r>
              <a:rPr sz="1000" spc="-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capabilities</a:t>
            </a:r>
            <a:r>
              <a:rPr sz="1000" spc="-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depend</a:t>
            </a:r>
            <a:r>
              <a:rPr sz="1000" spc="-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on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 implementation</a:t>
            </a:r>
            <a:r>
              <a:rPr sz="1000" spc="-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and</a:t>
            </a:r>
            <a:r>
              <a:rPr sz="1000" spc="-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integration</a:t>
            </a:r>
            <a:endParaRPr sz="1000">
              <a:latin typeface="Noto Sans"/>
              <a:cs typeface="Noto San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49363" y="1121384"/>
            <a:ext cx="11245215" cy="4770755"/>
            <a:chOff x="549363" y="1121384"/>
            <a:chExt cx="11245215" cy="47707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363" y="1121384"/>
              <a:ext cx="2100605" cy="52741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4004" y="1142999"/>
              <a:ext cx="2011680" cy="438784"/>
            </a:xfrm>
            <a:custGeom>
              <a:avLst/>
              <a:gdLst/>
              <a:ahLst/>
              <a:cxnLst/>
              <a:rect l="l" t="t" r="r" b="b"/>
              <a:pathLst>
                <a:path w="2011680" h="438784">
                  <a:moveTo>
                    <a:pt x="2011311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1005839" y="438480"/>
                  </a:lnTo>
                  <a:lnTo>
                    <a:pt x="2011311" y="438480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122A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1399" y="1121384"/>
              <a:ext cx="4158005" cy="52741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06039" y="1142999"/>
              <a:ext cx="4069079" cy="438784"/>
            </a:xfrm>
            <a:custGeom>
              <a:avLst/>
              <a:gdLst/>
              <a:ahLst/>
              <a:cxnLst/>
              <a:rect l="l" t="t" r="r" b="b"/>
              <a:pathLst>
                <a:path w="4069079" h="438784">
                  <a:moveTo>
                    <a:pt x="4068724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2034362" y="438480"/>
                  </a:lnTo>
                  <a:lnTo>
                    <a:pt x="4068724" y="438480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122A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30479" y="1121384"/>
              <a:ext cx="5163845" cy="52741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675119" y="1142999"/>
              <a:ext cx="5074920" cy="438784"/>
            </a:xfrm>
            <a:custGeom>
              <a:avLst/>
              <a:gdLst/>
              <a:ahLst/>
              <a:cxnLst/>
              <a:rect l="l" t="t" r="r" b="b"/>
              <a:pathLst>
                <a:path w="5074920" h="438784">
                  <a:moveTo>
                    <a:pt x="5074564" y="0"/>
                  </a:moveTo>
                  <a:lnTo>
                    <a:pt x="0" y="0"/>
                  </a:lnTo>
                  <a:lnTo>
                    <a:pt x="0" y="438480"/>
                  </a:lnTo>
                  <a:lnTo>
                    <a:pt x="2537282" y="438480"/>
                  </a:lnTo>
                  <a:lnTo>
                    <a:pt x="5074564" y="438480"/>
                  </a:lnTo>
                  <a:lnTo>
                    <a:pt x="5074564" y="0"/>
                  </a:lnTo>
                  <a:close/>
                </a:path>
              </a:pathLst>
            </a:custGeom>
            <a:solidFill>
              <a:srgbClr val="122A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363" y="1560233"/>
              <a:ext cx="2100605" cy="61884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94004" y="1581835"/>
              <a:ext cx="2011680" cy="530225"/>
            </a:xfrm>
            <a:custGeom>
              <a:avLst/>
              <a:gdLst/>
              <a:ahLst/>
              <a:cxnLst/>
              <a:rect l="l" t="t" r="r" b="b"/>
              <a:pathLst>
                <a:path w="2011680" h="530225">
                  <a:moveTo>
                    <a:pt x="2011311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1005839" y="529920"/>
                  </a:lnTo>
                  <a:lnTo>
                    <a:pt x="2011311" y="529920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1399" y="1560233"/>
              <a:ext cx="4158005" cy="61884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606039" y="1581835"/>
              <a:ext cx="4069079" cy="530225"/>
            </a:xfrm>
            <a:custGeom>
              <a:avLst/>
              <a:gdLst/>
              <a:ahLst/>
              <a:cxnLst/>
              <a:rect l="l" t="t" r="r" b="b"/>
              <a:pathLst>
                <a:path w="4069079" h="530225">
                  <a:moveTo>
                    <a:pt x="4068724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034362" y="529920"/>
                  </a:lnTo>
                  <a:lnTo>
                    <a:pt x="4068724" y="529920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30479" y="1560233"/>
              <a:ext cx="5163845" cy="61884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675119" y="1581835"/>
              <a:ext cx="5074920" cy="530225"/>
            </a:xfrm>
            <a:custGeom>
              <a:avLst/>
              <a:gdLst/>
              <a:ahLst/>
              <a:cxnLst/>
              <a:rect l="l" t="t" r="r" b="b"/>
              <a:pathLst>
                <a:path w="5074920" h="530225">
                  <a:moveTo>
                    <a:pt x="5074564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537282" y="529920"/>
                  </a:lnTo>
                  <a:lnTo>
                    <a:pt x="5074564" y="529920"/>
                  </a:lnTo>
                  <a:lnTo>
                    <a:pt x="50745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363" y="2090508"/>
              <a:ext cx="2100605" cy="61884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94004" y="2112124"/>
              <a:ext cx="2011680" cy="530225"/>
            </a:xfrm>
            <a:custGeom>
              <a:avLst/>
              <a:gdLst/>
              <a:ahLst/>
              <a:cxnLst/>
              <a:rect l="l" t="t" r="r" b="b"/>
              <a:pathLst>
                <a:path w="2011680" h="530225">
                  <a:moveTo>
                    <a:pt x="2011311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1005839" y="529920"/>
                  </a:lnTo>
                  <a:lnTo>
                    <a:pt x="2011311" y="529920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ECF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1399" y="2090508"/>
              <a:ext cx="4158005" cy="61884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606039" y="2112124"/>
              <a:ext cx="4069079" cy="530225"/>
            </a:xfrm>
            <a:custGeom>
              <a:avLst/>
              <a:gdLst/>
              <a:ahLst/>
              <a:cxnLst/>
              <a:rect l="l" t="t" r="r" b="b"/>
              <a:pathLst>
                <a:path w="4069079" h="530225">
                  <a:moveTo>
                    <a:pt x="4068724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034362" y="529920"/>
                  </a:lnTo>
                  <a:lnTo>
                    <a:pt x="4068724" y="529920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ECF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30479" y="2090508"/>
              <a:ext cx="5163845" cy="61884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675119" y="2112124"/>
              <a:ext cx="5074920" cy="530225"/>
            </a:xfrm>
            <a:custGeom>
              <a:avLst/>
              <a:gdLst/>
              <a:ahLst/>
              <a:cxnLst/>
              <a:rect l="l" t="t" r="r" b="b"/>
              <a:pathLst>
                <a:path w="5074920" h="530225">
                  <a:moveTo>
                    <a:pt x="5074564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537282" y="529920"/>
                  </a:lnTo>
                  <a:lnTo>
                    <a:pt x="5074564" y="529920"/>
                  </a:lnTo>
                  <a:lnTo>
                    <a:pt x="5074564" y="0"/>
                  </a:lnTo>
                  <a:close/>
                </a:path>
              </a:pathLst>
            </a:custGeom>
            <a:solidFill>
              <a:srgbClr val="ECF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363" y="2621152"/>
              <a:ext cx="2100605" cy="61884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94004" y="2642755"/>
              <a:ext cx="2011680" cy="530225"/>
            </a:xfrm>
            <a:custGeom>
              <a:avLst/>
              <a:gdLst/>
              <a:ahLst/>
              <a:cxnLst/>
              <a:rect l="l" t="t" r="r" b="b"/>
              <a:pathLst>
                <a:path w="2011680" h="530225">
                  <a:moveTo>
                    <a:pt x="2011311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1005839" y="529920"/>
                  </a:lnTo>
                  <a:lnTo>
                    <a:pt x="2011311" y="529920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1399" y="2621152"/>
              <a:ext cx="4158005" cy="61884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606039" y="2642755"/>
              <a:ext cx="4069079" cy="530225"/>
            </a:xfrm>
            <a:custGeom>
              <a:avLst/>
              <a:gdLst/>
              <a:ahLst/>
              <a:cxnLst/>
              <a:rect l="l" t="t" r="r" b="b"/>
              <a:pathLst>
                <a:path w="4069079" h="530225">
                  <a:moveTo>
                    <a:pt x="4068724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034362" y="529920"/>
                  </a:lnTo>
                  <a:lnTo>
                    <a:pt x="4068724" y="529920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30479" y="2621152"/>
              <a:ext cx="5163845" cy="61884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675119" y="2642755"/>
              <a:ext cx="5074920" cy="530225"/>
            </a:xfrm>
            <a:custGeom>
              <a:avLst/>
              <a:gdLst/>
              <a:ahLst/>
              <a:cxnLst/>
              <a:rect l="l" t="t" r="r" b="b"/>
              <a:pathLst>
                <a:path w="5074920" h="530225">
                  <a:moveTo>
                    <a:pt x="5074564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537282" y="529920"/>
                  </a:lnTo>
                  <a:lnTo>
                    <a:pt x="5074564" y="529920"/>
                  </a:lnTo>
                  <a:lnTo>
                    <a:pt x="50745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363" y="3151428"/>
              <a:ext cx="2100605" cy="61884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94004" y="3173044"/>
              <a:ext cx="2011680" cy="530225"/>
            </a:xfrm>
            <a:custGeom>
              <a:avLst/>
              <a:gdLst/>
              <a:ahLst/>
              <a:cxnLst/>
              <a:rect l="l" t="t" r="r" b="b"/>
              <a:pathLst>
                <a:path w="2011680" h="530225">
                  <a:moveTo>
                    <a:pt x="2011311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1005839" y="529920"/>
                  </a:lnTo>
                  <a:lnTo>
                    <a:pt x="2011311" y="529920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ECF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1399" y="3151428"/>
              <a:ext cx="4158005" cy="61884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606039" y="3173044"/>
              <a:ext cx="4069079" cy="530225"/>
            </a:xfrm>
            <a:custGeom>
              <a:avLst/>
              <a:gdLst/>
              <a:ahLst/>
              <a:cxnLst/>
              <a:rect l="l" t="t" r="r" b="b"/>
              <a:pathLst>
                <a:path w="4069079" h="530225">
                  <a:moveTo>
                    <a:pt x="4068724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034362" y="529920"/>
                  </a:lnTo>
                  <a:lnTo>
                    <a:pt x="4068724" y="529920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ECF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30479" y="3151428"/>
              <a:ext cx="5163845" cy="61884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675119" y="3173044"/>
              <a:ext cx="5074920" cy="530225"/>
            </a:xfrm>
            <a:custGeom>
              <a:avLst/>
              <a:gdLst/>
              <a:ahLst/>
              <a:cxnLst/>
              <a:rect l="l" t="t" r="r" b="b"/>
              <a:pathLst>
                <a:path w="5074920" h="530225">
                  <a:moveTo>
                    <a:pt x="5074564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537282" y="529920"/>
                  </a:lnTo>
                  <a:lnTo>
                    <a:pt x="5074564" y="529920"/>
                  </a:lnTo>
                  <a:lnTo>
                    <a:pt x="5074564" y="0"/>
                  </a:lnTo>
                  <a:close/>
                </a:path>
              </a:pathLst>
            </a:custGeom>
            <a:solidFill>
              <a:srgbClr val="ECF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363" y="3681704"/>
              <a:ext cx="2100605" cy="61885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94004" y="3703319"/>
              <a:ext cx="2011680" cy="530225"/>
            </a:xfrm>
            <a:custGeom>
              <a:avLst/>
              <a:gdLst/>
              <a:ahLst/>
              <a:cxnLst/>
              <a:rect l="l" t="t" r="r" b="b"/>
              <a:pathLst>
                <a:path w="2011680" h="530225">
                  <a:moveTo>
                    <a:pt x="2011311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1005839" y="529920"/>
                  </a:lnTo>
                  <a:lnTo>
                    <a:pt x="2011311" y="529920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1399" y="3681704"/>
              <a:ext cx="4158005" cy="61885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606039" y="3703319"/>
              <a:ext cx="4069079" cy="530225"/>
            </a:xfrm>
            <a:custGeom>
              <a:avLst/>
              <a:gdLst/>
              <a:ahLst/>
              <a:cxnLst/>
              <a:rect l="l" t="t" r="r" b="b"/>
              <a:pathLst>
                <a:path w="4069079" h="530225">
                  <a:moveTo>
                    <a:pt x="4068724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034362" y="529920"/>
                  </a:lnTo>
                  <a:lnTo>
                    <a:pt x="4068724" y="529920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30479" y="3681704"/>
              <a:ext cx="5163845" cy="61885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675119" y="3703319"/>
              <a:ext cx="5074920" cy="530225"/>
            </a:xfrm>
            <a:custGeom>
              <a:avLst/>
              <a:gdLst/>
              <a:ahLst/>
              <a:cxnLst/>
              <a:rect l="l" t="t" r="r" b="b"/>
              <a:pathLst>
                <a:path w="5074920" h="530225">
                  <a:moveTo>
                    <a:pt x="5074564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537282" y="529920"/>
                  </a:lnTo>
                  <a:lnTo>
                    <a:pt x="5074564" y="529920"/>
                  </a:lnTo>
                  <a:lnTo>
                    <a:pt x="50745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363" y="4211993"/>
              <a:ext cx="2100605" cy="61884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94004" y="4233595"/>
              <a:ext cx="2011680" cy="530225"/>
            </a:xfrm>
            <a:custGeom>
              <a:avLst/>
              <a:gdLst/>
              <a:ahLst/>
              <a:cxnLst/>
              <a:rect l="l" t="t" r="r" b="b"/>
              <a:pathLst>
                <a:path w="2011680" h="530225">
                  <a:moveTo>
                    <a:pt x="2011311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1005839" y="529920"/>
                  </a:lnTo>
                  <a:lnTo>
                    <a:pt x="2011311" y="529920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ECF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1399" y="4211993"/>
              <a:ext cx="4158005" cy="61884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606039" y="4233595"/>
              <a:ext cx="4069079" cy="530225"/>
            </a:xfrm>
            <a:custGeom>
              <a:avLst/>
              <a:gdLst/>
              <a:ahLst/>
              <a:cxnLst/>
              <a:rect l="l" t="t" r="r" b="b"/>
              <a:pathLst>
                <a:path w="4069079" h="530225">
                  <a:moveTo>
                    <a:pt x="4068724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034362" y="529920"/>
                  </a:lnTo>
                  <a:lnTo>
                    <a:pt x="4068724" y="529920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ECF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30479" y="4211993"/>
              <a:ext cx="5163845" cy="618845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675119" y="4233595"/>
              <a:ext cx="5074920" cy="530225"/>
            </a:xfrm>
            <a:custGeom>
              <a:avLst/>
              <a:gdLst/>
              <a:ahLst/>
              <a:cxnLst/>
              <a:rect l="l" t="t" r="r" b="b"/>
              <a:pathLst>
                <a:path w="5074920" h="530225">
                  <a:moveTo>
                    <a:pt x="5074564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537282" y="529920"/>
                  </a:lnTo>
                  <a:lnTo>
                    <a:pt x="5074564" y="529920"/>
                  </a:lnTo>
                  <a:lnTo>
                    <a:pt x="5074564" y="0"/>
                  </a:lnTo>
                  <a:close/>
                </a:path>
              </a:pathLst>
            </a:custGeom>
            <a:solidFill>
              <a:srgbClr val="ECF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363" y="4742268"/>
              <a:ext cx="2100605" cy="61884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94004" y="4763884"/>
              <a:ext cx="2011680" cy="530225"/>
            </a:xfrm>
            <a:custGeom>
              <a:avLst/>
              <a:gdLst/>
              <a:ahLst/>
              <a:cxnLst/>
              <a:rect l="l" t="t" r="r" b="b"/>
              <a:pathLst>
                <a:path w="2011680" h="530225">
                  <a:moveTo>
                    <a:pt x="2011311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1005839" y="529920"/>
                  </a:lnTo>
                  <a:lnTo>
                    <a:pt x="2011311" y="529920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1399" y="4742268"/>
              <a:ext cx="4158005" cy="618845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606039" y="4763884"/>
              <a:ext cx="4069079" cy="530225"/>
            </a:xfrm>
            <a:custGeom>
              <a:avLst/>
              <a:gdLst/>
              <a:ahLst/>
              <a:cxnLst/>
              <a:rect l="l" t="t" r="r" b="b"/>
              <a:pathLst>
                <a:path w="4069079" h="530225">
                  <a:moveTo>
                    <a:pt x="4068724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034362" y="529920"/>
                  </a:lnTo>
                  <a:lnTo>
                    <a:pt x="4068724" y="529920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30479" y="4742268"/>
              <a:ext cx="5163845" cy="618845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675119" y="4763884"/>
              <a:ext cx="5074920" cy="530225"/>
            </a:xfrm>
            <a:custGeom>
              <a:avLst/>
              <a:gdLst/>
              <a:ahLst/>
              <a:cxnLst/>
              <a:rect l="l" t="t" r="r" b="b"/>
              <a:pathLst>
                <a:path w="5074920" h="530225">
                  <a:moveTo>
                    <a:pt x="5074564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537282" y="529920"/>
                  </a:lnTo>
                  <a:lnTo>
                    <a:pt x="5074564" y="529920"/>
                  </a:lnTo>
                  <a:lnTo>
                    <a:pt x="50745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363" y="5272912"/>
              <a:ext cx="2100605" cy="618845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94004" y="5294515"/>
              <a:ext cx="2011680" cy="530225"/>
            </a:xfrm>
            <a:custGeom>
              <a:avLst/>
              <a:gdLst/>
              <a:ahLst/>
              <a:cxnLst/>
              <a:rect l="l" t="t" r="r" b="b"/>
              <a:pathLst>
                <a:path w="2011680" h="530225">
                  <a:moveTo>
                    <a:pt x="2011311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1005839" y="529920"/>
                  </a:lnTo>
                  <a:lnTo>
                    <a:pt x="2011311" y="529920"/>
                  </a:lnTo>
                  <a:lnTo>
                    <a:pt x="2011311" y="0"/>
                  </a:lnTo>
                  <a:close/>
                </a:path>
              </a:pathLst>
            </a:custGeom>
            <a:solidFill>
              <a:srgbClr val="ECF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61399" y="5272912"/>
              <a:ext cx="4158005" cy="618845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2606039" y="5294515"/>
              <a:ext cx="4069079" cy="530225"/>
            </a:xfrm>
            <a:custGeom>
              <a:avLst/>
              <a:gdLst/>
              <a:ahLst/>
              <a:cxnLst/>
              <a:rect l="l" t="t" r="r" b="b"/>
              <a:pathLst>
                <a:path w="4069079" h="530225">
                  <a:moveTo>
                    <a:pt x="4068724" y="0"/>
                  </a:moveTo>
                  <a:lnTo>
                    <a:pt x="0" y="0"/>
                  </a:lnTo>
                  <a:lnTo>
                    <a:pt x="0" y="529920"/>
                  </a:lnTo>
                  <a:lnTo>
                    <a:pt x="2034362" y="529920"/>
                  </a:lnTo>
                  <a:lnTo>
                    <a:pt x="4068724" y="529920"/>
                  </a:lnTo>
                  <a:lnTo>
                    <a:pt x="4068724" y="0"/>
                  </a:lnTo>
                  <a:close/>
                </a:path>
              </a:pathLst>
            </a:custGeom>
            <a:solidFill>
              <a:srgbClr val="ECF2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30479" y="5272912"/>
              <a:ext cx="5163845" cy="618845"/>
            </a:xfrm>
            <a:prstGeom prst="rect">
              <a:avLst/>
            </a:prstGeom>
          </p:spPr>
        </p:pic>
      </p:grpSp>
      <p:sp>
        <p:nvSpPr>
          <p:cNvPr id="62" name="object 62"/>
          <p:cNvSpPr/>
          <p:nvPr/>
        </p:nvSpPr>
        <p:spPr>
          <a:xfrm>
            <a:off x="6675119" y="5294515"/>
            <a:ext cx="5074920" cy="530225"/>
          </a:xfrm>
          <a:custGeom>
            <a:avLst/>
            <a:gdLst/>
            <a:ahLst/>
            <a:cxnLst/>
            <a:rect l="l" t="t" r="r" b="b"/>
            <a:pathLst>
              <a:path w="5074920" h="530225">
                <a:moveTo>
                  <a:pt x="5074564" y="0"/>
                </a:moveTo>
                <a:lnTo>
                  <a:pt x="0" y="0"/>
                </a:lnTo>
                <a:lnTo>
                  <a:pt x="0" y="529920"/>
                </a:lnTo>
                <a:lnTo>
                  <a:pt x="2537282" y="529920"/>
                </a:lnTo>
                <a:lnTo>
                  <a:pt x="5074564" y="529920"/>
                </a:lnTo>
                <a:lnTo>
                  <a:pt x="5074564" y="0"/>
                </a:lnTo>
                <a:close/>
              </a:path>
            </a:pathLst>
          </a:custGeom>
          <a:solidFill>
            <a:srgbClr val="ECF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589324" y="1138320"/>
          <a:ext cx="11155043" cy="4679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Area</a:t>
                      </a:r>
                      <a:endParaRPr sz="1200">
                        <a:latin typeface="Arial Black"/>
                        <a:cs typeface="Arial Black"/>
                      </a:endParaRPr>
                    </a:p>
                  </a:txBody>
                  <a:tcPr marL="0" marR="0" marT="154940" marB="0">
                    <a:lnL w="9525">
                      <a:solidFill>
                        <a:srgbClr val="122A49"/>
                      </a:solidFill>
                      <a:prstDash val="solid"/>
                    </a:lnL>
                    <a:lnR w="12700">
                      <a:solidFill>
                        <a:srgbClr val="122A49"/>
                      </a:solidFill>
                      <a:prstDash val="solid"/>
                    </a:lnR>
                    <a:lnT w="9525">
                      <a:solidFill>
                        <a:srgbClr val="122A4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200" spc="-7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Common</a:t>
                      </a:r>
                      <a:r>
                        <a:rPr sz="1200" spc="-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200" spc="-5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fragmented</a:t>
                      </a:r>
                      <a:r>
                        <a:rPr sz="1200" spc="-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approach</a:t>
                      </a:r>
                      <a:endParaRPr sz="1200">
                        <a:latin typeface="Arial Black"/>
                        <a:cs typeface="Arial Black"/>
                      </a:endParaRPr>
                    </a:p>
                  </a:txBody>
                  <a:tcPr marL="0" marR="0" marT="154940" marB="0">
                    <a:lnL w="12700">
                      <a:solidFill>
                        <a:srgbClr val="122A49"/>
                      </a:solidFill>
                      <a:prstDash val="solid"/>
                    </a:lnL>
                    <a:lnR w="12700">
                      <a:solidFill>
                        <a:srgbClr val="122A49"/>
                      </a:solidFill>
                      <a:prstDash val="solid"/>
                    </a:lnR>
                    <a:lnT w="9525">
                      <a:solidFill>
                        <a:srgbClr val="122A4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2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MedTrace</a:t>
                      </a:r>
                      <a:r>
                        <a:rPr sz="1200" spc="-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direction</a:t>
                      </a:r>
                      <a:endParaRPr sz="1200">
                        <a:latin typeface="Arial Black"/>
                        <a:cs typeface="Arial Black"/>
                      </a:endParaRPr>
                    </a:p>
                  </a:txBody>
                  <a:tcPr marL="0" marR="0" marT="154940" marB="0">
                    <a:lnL w="12700">
                      <a:solidFill>
                        <a:srgbClr val="122A49"/>
                      </a:solidFill>
                      <a:prstDash val="solid"/>
                    </a:lnL>
                    <a:lnR w="9525">
                      <a:solidFill>
                        <a:srgbClr val="122A49"/>
                      </a:solidFill>
                      <a:prstDash val="solid"/>
                    </a:lnR>
                    <a:lnT w="9525">
                      <a:solidFill>
                        <a:srgbClr val="122A4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55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Patient</a:t>
                      </a:r>
                      <a:r>
                        <a:rPr sz="1100" spc="-5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records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BE4E9"/>
                      </a:solidFill>
                      <a:prstDash val="solid"/>
                    </a:lnL>
                    <a:lnR w="12700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Multiple</a:t>
                      </a:r>
                      <a:r>
                        <a:rPr sz="1100" spc="-3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files</a:t>
                      </a:r>
                      <a:r>
                        <a:rPr sz="1100" spc="-2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/</a:t>
                      </a:r>
                      <a:r>
                        <a:rPr sz="1100" spc="-2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separate</a:t>
                      </a:r>
                      <a:r>
                        <a:rPr sz="1100" spc="-2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workflows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DBE4E9"/>
                      </a:solidFill>
                      <a:prstDash val="solid"/>
                    </a:lnL>
                    <a:lnR w="12700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38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Single-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hospital</a:t>
                      </a:r>
                      <a:r>
                        <a:rPr sz="1100" spc="-1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patient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record</a:t>
                      </a:r>
                      <a:r>
                        <a:rPr sz="1100" spc="-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context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DBE4E9"/>
                      </a:solidFill>
                      <a:prstDash val="solid"/>
                    </a:lnL>
                    <a:lnR w="9525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7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Medical</a:t>
                      </a:r>
                      <a:r>
                        <a:rPr sz="1100" spc="-5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reports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BE4E9"/>
                      </a:solidFill>
                      <a:prstDash val="solid"/>
                    </a:lnL>
                    <a:lnR w="12700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Manual</a:t>
                      </a:r>
                      <a:r>
                        <a:rPr sz="1100" spc="-1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review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and</a:t>
                      </a:r>
                      <a:r>
                        <a:rPr sz="1100" spc="-2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summary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DBE4E9"/>
                      </a:solidFill>
                      <a:prstDash val="solid"/>
                    </a:lnL>
                    <a:lnR w="12700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38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AI-assisted</a:t>
                      </a:r>
                      <a:r>
                        <a:rPr sz="1100" spc="-3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report</a:t>
                      </a:r>
                      <a:r>
                        <a:rPr sz="1100" spc="-3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description/analysis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DBE4E9"/>
                      </a:solidFill>
                      <a:prstDash val="solid"/>
                    </a:lnL>
                    <a:lnR w="9525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Identification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BE4E9"/>
                      </a:solidFill>
                      <a:prstDash val="solid"/>
                    </a:lnL>
                    <a:lnR w="12700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Name-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based lookup</a:t>
                      </a:r>
                      <a:r>
                        <a:rPr sz="1100" spc="-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can be</a:t>
                      </a:r>
                      <a:r>
                        <a:rPr sz="1100" spc="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ambiguous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DBE4E9"/>
                      </a:solidFill>
                      <a:prstDash val="solid"/>
                    </a:lnL>
                    <a:lnR w="12700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3830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Unique</a:t>
                      </a:r>
                      <a:r>
                        <a:rPr sz="1100" spc="-1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Patient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ID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as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primary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search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spc="-2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aid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DBE4E9"/>
                      </a:solidFill>
                      <a:prstDash val="solid"/>
                    </a:lnL>
                    <a:lnR w="9525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</a:pPr>
                      <a:r>
                        <a:rPr sz="1100" spc="-6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Doctor</a:t>
                      </a:r>
                      <a:r>
                        <a:rPr sz="1100" spc="-55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access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BE4E9"/>
                      </a:solidFill>
                      <a:prstDash val="solid"/>
                    </a:lnL>
                    <a:lnR w="12700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Information</a:t>
                      </a:r>
                      <a:r>
                        <a:rPr sz="1100" spc="-2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gathered</a:t>
                      </a:r>
                      <a:r>
                        <a:rPr sz="1100" spc="-3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across</a:t>
                      </a:r>
                      <a:r>
                        <a:rPr sz="1100" spc="-2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sources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DBE4E9"/>
                      </a:solidFill>
                      <a:prstDash val="solid"/>
                    </a:lnL>
                    <a:lnR w="12700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3830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Authorized</a:t>
                      </a:r>
                      <a:r>
                        <a:rPr sz="1100" spc="-2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patient</a:t>
                      </a:r>
                      <a:r>
                        <a:rPr sz="1100" spc="-1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profile</a:t>
                      </a:r>
                      <a:r>
                        <a:rPr sz="1100" spc="-1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and</a:t>
                      </a:r>
                      <a:r>
                        <a:rPr sz="1100" spc="-2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history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DBE4E9"/>
                      </a:solidFill>
                      <a:prstDash val="solid"/>
                    </a:lnL>
                    <a:lnR w="9525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</a:pPr>
                      <a:r>
                        <a:rPr sz="1100" spc="-7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Caretaker</a:t>
                      </a:r>
                      <a:r>
                        <a:rPr sz="1100" spc="-5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access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BE4E9"/>
                      </a:solidFill>
                      <a:prstDash val="solid"/>
                    </a:lnL>
                    <a:lnR w="12700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Ad hoc 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sharing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DBE4E9"/>
                      </a:solidFill>
                      <a:prstDash val="solid"/>
                    </a:lnL>
                    <a:lnR w="12700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3830">
                        <a:lnSpc>
                          <a:spcPct val="100000"/>
                        </a:lnSpc>
                      </a:pP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Patient/guardian-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assigned</a:t>
                      </a:r>
                      <a:r>
                        <a:rPr sz="1100" spc="5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scoped</a:t>
                      </a:r>
                      <a:r>
                        <a:rPr sz="1100" spc="5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access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DBE4E9"/>
                      </a:solidFill>
                      <a:prstDash val="solid"/>
                    </a:lnL>
                    <a:lnR w="9525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 marL="164465" marR="852805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1100" spc="-6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Medication</a:t>
                      </a:r>
                      <a:r>
                        <a:rPr sz="1100" spc="-35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5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&amp; </a:t>
                      </a:r>
                      <a:r>
                        <a:rPr sz="1100" spc="-55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appointments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115570" marB="0">
                    <a:lnL w="9525">
                      <a:solidFill>
                        <a:srgbClr val="DBE4E9"/>
                      </a:solidFill>
                      <a:prstDash val="solid"/>
                    </a:lnL>
                    <a:lnR w="12700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Manual</a:t>
                      </a:r>
                      <a:r>
                        <a:rPr sz="1100" spc="-2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reminders</a:t>
                      </a:r>
                      <a:r>
                        <a:rPr sz="1100" spc="-2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and</a:t>
                      </a:r>
                      <a:r>
                        <a:rPr sz="1100" spc="-1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coordination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DBE4E9"/>
                      </a:solidFill>
                      <a:prstDash val="solid"/>
                    </a:lnL>
                    <a:lnR w="12700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38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Centralized</a:t>
                      </a:r>
                      <a:r>
                        <a:rPr sz="1100" spc="-4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workflows</a:t>
                      </a:r>
                      <a:r>
                        <a:rPr sz="1100" spc="-4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where</a:t>
                      </a:r>
                      <a:r>
                        <a:rPr sz="1100" spc="-4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connected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DBE4E9"/>
                      </a:solidFill>
                      <a:prstDash val="solid"/>
                    </a:lnL>
                    <a:lnR w="9525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spc="-4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Nursing</a:t>
                      </a:r>
                      <a:r>
                        <a:rPr sz="1100" spc="-5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coordination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BE4E9"/>
                      </a:solidFill>
                      <a:prstDash val="solid"/>
                    </a:lnL>
                    <a:lnR w="12700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Separate</a:t>
                      </a:r>
                      <a:r>
                        <a:rPr sz="1100" spc="-3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duty/task</a:t>
                      </a:r>
                      <a:r>
                        <a:rPr sz="1100" spc="-3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tracking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DBE4E9"/>
                      </a:solidFill>
                      <a:prstDash val="solid"/>
                    </a:lnL>
                    <a:lnR w="12700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38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Duty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and</a:t>
                      </a:r>
                      <a:r>
                        <a:rPr sz="1100" spc="-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task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module</a:t>
                      </a:r>
                      <a:r>
                        <a:rPr sz="1100" spc="-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direction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DBE4E9"/>
                      </a:solidFill>
                      <a:prstDash val="solid"/>
                    </a:lnL>
                    <a:lnR w="9525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12700">
                      <a:solidFill>
                        <a:srgbClr val="DBE4E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</a:pPr>
                      <a:r>
                        <a:rPr sz="1100" spc="-9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Contactless</a:t>
                      </a:r>
                      <a:r>
                        <a:rPr sz="1100" spc="1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100" spc="-10" dirty="0">
                          <a:solidFill>
                            <a:srgbClr val="122A49"/>
                          </a:solidFill>
                          <a:latin typeface="Arial Black"/>
                          <a:cs typeface="Arial Black"/>
                        </a:rPr>
                        <a:t>monitoring</a:t>
                      </a:r>
                      <a:endParaRPr sz="1100">
                        <a:latin typeface="Arial Black"/>
                        <a:cs typeface="Arial Black"/>
                      </a:endParaRPr>
                    </a:p>
                  </a:txBody>
                  <a:tcPr marL="0" marR="0" marT="38735" marB="0">
                    <a:lnL w="9525">
                      <a:solidFill>
                        <a:srgbClr val="DBE4E9"/>
                      </a:solidFill>
                      <a:prstDash val="solid"/>
                    </a:lnL>
                    <a:lnR w="12700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9525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Additional</a:t>
                      </a:r>
                      <a:r>
                        <a:rPr sz="1100" spc="-2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devices</a:t>
                      </a:r>
                      <a:r>
                        <a:rPr sz="1100" spc="-2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or</a:t>
                      </a:r>
                      <a:r>
                        <a:rPr sz="1100" spc="-2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staff</a:t>
                      </a:r>
                      <a:r>
                        <a:rPr sz="1100" spc="-2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observation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DBE4E9"/>
                      </a:solidFill>
                      <a:prstDash val="solid"/>
                    </a:lnL>
                    <a:lnR w="12700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9525">
                      <a:solidFill>
                        <a:srgbClr val="DBE4E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3830">
                        <a:lnSpc>
                          <a:spcPct val="100000"/>
                        </a:lnSpc>
                      </a:pP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Sensor</a:t>
                      </a:r>
                      <a:r>
                        <a:rPr sz="1100" spc="-2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and</a:t>
                      </a:r>
                      <a:r>
                        <a:rPr sz="1100" spc="-1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Wi-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Fi</a:t>
                      </a:r>
                      <a:r>
                        <a:rPr sz="1100" spc="-1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CSI</a:t>
                      </a:r>
                      <a:r>
                        <a:rPr sz="1100" spc="-2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research</a:t>
                      </a:r>
                      <a:r>
                        <a:rPr sz="1100" spc="-15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 </a:t>
                      </a:r>
                      <a:r>
                        <a:rPr sz="1100" spc="-10" dirty="0">
                          <a:solidFill>
                            <a:srgbClr val="2C3A48"/>
                          </a:solidFill>
                          <a:latin typeface="Noto Sans"/>
                          <a:cs typeface="Noto Sans"/>
                        </a:rPr>
                        <a:t>pathway</a:t>
                      </a:r>
                      <a:endParaRPr sz="1100">
                        <a:latin typeface="Noto Sans"/>
                        <a:cs typeface="Noto San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DBE4E9"/>
                      </a:solidFill>
                      <a:prstDash val="solid"/>
                    </a:lnL>
                    <a:lnR w="9525">
                      <a:solidFill>
                        <a:srgbClr val="DBE4E9"/>
                      </a:solidFill>
                      <a:prstDash val="solid"/>
                    </a:lnR>
                    <a:lnT w="12700">
                      <a:solidFill>
                        <a:srgbClr val="DBE4E9"/>
                      </a:solidFill>
                      <a:prstDash val="solid"/>
                    </a:lnT>
                    <a:lnB w="9525">
                      <a:solidFill>
                        <a:srgbClr val="DBE4E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5" name="object 6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User</a:t>
            </a:r>
            <a:r>
              <a:rPr spc="-200" dirty="0"/>
              <a:t> </a:t>
            </a:r>
            <a:r>
              <a:rPr spc="-229" dirty="0"/>
              <a:t>Roles</a:t>
            </a:r>
            <a:r>
              <a:rPr spc="-195" dirty="0"/>
              <a:t> </a:t>
            </a:r>
            <a:r>
              <a:rPr spc="-400" dirty="0"/>
              <a:t>&amp;</a:t>
            </a:r>
            <a:r>
              <a:rPr spc="-204" dirty="0"/>
              <a:t> </a:t>
            </a:r>
            <a:r>
              <a:rPr spc="-340" dirty="0"/>
              <a:t>Access</a:t>
            </a:r>
            <a:r>
              <a:rPr spc="-200" dirty="0"/>
              <a:t> </a:t>
            </a:r>
            <a:r>
              <a:rPr spc="-114" dirty="0"/>
              <a:t>Boundaries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5635" y="819353"/>
            <a:ext cx="747395" cy="139065"/>
            <a:chOff x="485635" y="819353"/>
            <a:chExt cx="747395" cy="139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635" y="819353"/>
              <a:ext cx="747356" cy="138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658088" y="0"/>
                  </a:moveTo>
                  <a:lnTo>
                    <a:pt x="0" y="0"/>
                  </a:lnTo>
                  <a:lnTo>
                    <a:pt x="0" y="50037"/>
                  </a:lnTo>
                  <a:lnTo>
                    <a:pt x="329044" y="50037"/>
                  </a:lnTo>
                  <a:lnTo>
                    <a:pt x="658088" y="50037"/>
                  </a:lnTo>
                  <a:lnTo>
                    <a:pt x="658088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329044" y="50037"/>
                  </a:moveTo>
                  <a:lnTo>
                    <a:pt x="0" y="50037"/>
                  </a:lnTo>
                  <a:lnTo>
                    <a:pt x="0" y="0"/>
                  </a:lnTo>
                  <a:lnTo>
                    <a:pt x="658088" y="0"/>
                  </a:lnTo>
                  <a:lnTo>
                    <a:pt x="658088" y="50037"/>
                  </a:lnTo>
                  <a:lnTo>
                    <a:pt x="329044" y="50037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95083" y="1212469"/>
            <a:ext cx="3519170" cy="1570990"/>
            <a:chOff x="595083" y="1212469"/>
            <a:chExt cx="3519170" cy="157099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083" y="1212469"/>
              <a:ext cx="3518636" cy="157068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39724" y="1234084"/>
              <a:ext cx="3429635" cy="1482090"/>
            </a:xfrm>
            <a:custGeom>
              <a:avLst/>
              <a:gdLst/>
              <a:ahLst/>
              <a:cxnLst/>
              <a:rect l="l" t="t" r="r" b="b"/>
              <a:pathLst>
                <a:path w="3429635" h="1482089">
                  <a:moveTo>
                    <a:pt x="247319" y="0"/>
                  </a:moveTo>
                  <a:lnTo>
                    <a:pt x="183283" y="8459"/>
                  </a:lnTo>
                  <a:lnTo>
                    <a:pt x="123837" y="33121"/>
                  </a:lnTo>
                  <a:lnTo>
                    <a:pt x="72718" y="72351"/>
                  </a:lnTo>
                  <a:lnTo>
                    <a:pt x="33477" y="123469"/>
                  </a:lnTo>
                  <a:lnTo>
                    <a:pt x="8815" y="183057"/>
                  </a:lnTo>
                  <a:lnTo>
                    <a:pt x="355" y="246951"/>
                  </a:lnTo>
                  <a:lnTo>
                    <a:pt x="0" y="1234795"/>
                  </a:lnTo>
                  <a:lnTo>
                    <a:pt x="2127" y="1267052"/>
                  </a:lnTo>
                  <a:lnTo>
                    <a:pt x="2137" y="1267202"/>
                  </a:lnTo>
                  <a:lnTo>
                    <a:pt x="8433" y="1298698"/>
                  </a:lnTo>
                  <a:lnTo>
                    <a:pt x="8459" y="1298832"/>
                  </a:lnTo>
                  <a:lnTo>
                    <a:pt x="33121" y="1358277"/>
                  </a:lnTo>
                  <a:lnTo>
                    <a:pt x="72351" y="1409396"/>
                  </a:lnTo>
                  <a:lnTo>
                    <a:pt x="123469" y="1448638"/>
                  </a:lnTo>
                  <a:lnTo>
                    <a:pt x="183057" y="1473300"/>
                  </a:lnTo>
                  <a:lnTo>
                    <a:pt x="246951" y="1481759"/>
                  </a:lnTo>
                  <a:lnTo>
                    <a:pt x="3182391" y="1481759"/>
                  </a:lnTo>
                  <a:lnTo>
                    <a:pt x="3246427" y="1473300"/>
                  </a:lnTo>
                  <a:lnTo>
                    <a:pt x="3305873" y="1448638"/>
                  </a:lnTo>
                  <a:lnTo>
                    <a:pt x="3356992" y="1409396"/>
                  </a:lnTo>
                  <a:lnTo>
                    <a:pt x="3396233" y="1358277"/>
                  </a:lnTo>
                  <a:lnTo>
                    <a:pt x="3420850" y="1298832"/>
                  </a:lnTo>
                  <a:lnTo>
                    <a:pt x="3427188" y="1267202"/>
                  </a:lnTo>
                  <a:lnTo>
                    <a:pt x="3427218" y="1267052"/>
                  </a:lnTo>
                  <a:lnTo>
                    <a:pt x="3429355" y="1234795"/>
                  </a:lnTo>
                  <a:lnTo>
                    <a:pt x="3429331" y="246951"/>
                  </a:lnTo>
                  <a:lnTo>
                    <a:pt x="3427218" y="214913"/>
                  </a:lnTo>
                  <a:lnTo>
                    <a:pt x="3410522" y="152800"/>
                  </a:lnTo>
                  <a:lnTo>
                    <a:pt x="3378266" y="96961"/>
                  </a:lnTo>
                  <a:lnTo>
                    <a:pt x="3332749" y="51444"/>
                  </a:lnTo>
                  <a:lnTo>
                    <a:pt x="3276860" y="19188"/>
                  </a:lnTo>
                  <a:lnTo>
                    <a:pt x="3214647" y="2492"/>
                  </a:lnTo>
                  <a:lnTo>
                    <a:pt x="3182391" y="355"/>
                  </a:lnTo>
                  <a:lnTo>
                    <a:pt x="247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9724" y="1234084"/>
              <a:ext cx="3429635" cy="1482090"/>
            </a:xfrm>
            <a:custGeom>
              <a:avLst/>
              <a:gdLst/>
              <a:ahLst/>
              <a:cxnLst/>
              <a:rect l="l" t="t" r="r" b="b"/>
              <a:pathLst>
                <a:path w="3429635" h="1482089">
                  <a:moveTo>
                    <a:pt x="355" y="246951"/>
                  </a:moveTo>
                  <a:lnTo>
                    <a:pt x="2492" y="214702"/>
                  </a:lnTo>
                  <a:lnTo>
                    <a:pt x="8815" y="183057"/>
                  </a:lnTo>
                  <a:lnTo>
                    <a:pt x="33477" y="123469"/>
                  </a:lnTo>
                  <a:lnTo>
                    <a:pt x="72718" y="72351"/>
                  </a:lnTo>
                  <a:lnTo>
                    <a:pt x="123837" y="33121"/>
                  </a:lnTo>
                  <a:lnTo>
                    <a:pt x="183283" y="8459"/>
                  </a:lnTo>
                  <a:lnTo>
                    <a:pt x="247319" y="0"/>
                  </a:lnTo>
                  <a:lnTo>
                    <a:pt x="3182391" y="355"/>
                  </a:lnTo>
                  <a:lnTo>
                    <a:pt x="3246294" y="8815"/>
                  </a:lnTo>
                  <a:lnTo>
                    <a:pt x="3305873" y="33477"/>
                  </a:lnTo>
                  <a:lnTo>
                    <a:pt x="3356992" y="72718"/>
                  </a:lnTo>
                  <a:lnTo>
                    <a:pt x="3396233" y="123837"/>
                  </a:lnTo>
                  <a:lnTo>
                    <a:pt x="3420895" y="183283"/>
                  </a:lnTo>
                  <a:lnTo>
                    <a:pt x="3429355" y="247319"/>
                  </a:lnTo>
                  <a:lnTo>
                    <a:pt x="3429355" y="1234795"/>
                  </a:lnTo>
                  <a:lnTo>
                    <a:pt x="3427218" y="1267052"/>
                  </a:lnTo>
                  <a:lnTo>
                    <a:pt x="3420895" y="1298698"/>
                  </a:lnTo>
                  <a:lnTo>
                    <a:pt x="3396233" y="1358277"/>
                  </a:lnTo>
                  <a:lnTo>
                    <a:pt x="3356992" y="1409396"/>
                  </a:lnTo>
                  <a:lnTo>
                    <a:pt x="3305873" y="1448638"/>
                  </a:lnTo>
                  <a:lnTo>
                    <a:pt x="3246427" y="1473300"/>
                  </a:lnTo>
                  <a:lnTo>
                    <a:pt x="3182391" y="1481759"/>
                  </a:lnTo>
                  <a:lnTo>
                    <a:pt x="246951" y="1481759"/>
                  </a:lnTo>
                  <a:lnTo>
                    <a:pt x="183057" y="1473300"/>
                  </a:lnTo>
                  <a:lnTo>
                    <a:pt x="123469" y="1448638"/>
                  </a:lnTo>
                  <a:lnTo>
                    <a:pt x="72351" y="1409396"/>
                  </a:lnTo>
                  <a:lnTo>
                    <a:pt x="33121" y="1358277"/>
                  </a:lnTo>
                  <a:lnTo>
                    <a:pt x="8459" y="1298832"/>
                  </a:lnTo>
                  <a:lnTo>
                    <a:pt x="0" y="1234795"/>
                  </a:lnTo>
                  <a:lnTo>
                    <a:pt x="355" y="246951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083" y="1212824"/>
              <a:ext cx="152996" cy="156997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39724" y="1234440"/>
              <a:ext cx="64135" cy="1481455"/>
            </a:xfrm>
            <a:custGeom>
              <a:avLst/>
              <a:gdLst/>
              <a:ahLst/>
              <a:cxnLst/>
              <a:rect l="l" t="t" r="r" b="b"/>
              <a:pathLst>
                <a:path w="64134" h="1481455">
                  <a:moveTo>
                    <a:pt x="63715" y="0"/>
                  </a:moveTo>
                  <a:lnTo>
                    <a:pt x="0" y="0"/>
                  </a:lnTo>
                  <a:lnTo>
                    <a:pt x="0" y="1481035"/>
                  </a:lnTo>
                  <a:lnTo>
                    <a:pt x="32029" y="1481035"/>
                  </a:lnTo>
                  <a:lnTo>
                    <a:pt x="63715" y="148103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9724" y="1234440"/>
              <a:ext cx="64135" cy="1481455"/>
            </a:xfrm>
            <a:custGeom>
              <a:avLst/>
              <a:gdLst/>
              <a:ahLst/>
              <a:cxnLst/>
              <a:rect l="l" t="t" r="r" b="b"/>
              <a:pathLst>
                <a:path w="64134" h="1481455">
                  <a:moveTo>
                    <a:pt x="32029" y="1481035"/>
                  </a:moveTo>
                  <a:lnTo>
                    <a:pt x="0" y="148103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481035"/>
                  </a:lnTo>
                  <a:lnTo>
                    <a:pt x="32029" y="1481035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64616" y="1404264"/>
            <a:ext cx="2606040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70" dirty="0">
                <a:solidFill>
                  <a:srgbClr val="122A49"/>
                </a:solidFill>
                <a:latin typeface="Arial Black"/>
                <a:cs typeface="Arial Black"/>
              </a:rPr>
              <a:t>Admin</a:t>
            </a:r>
            <a:r>
              <a:rPr sz="1600" spc="-11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204" dirty="0">
                <a:solidFill>
                  <a:srgbClr val="122A49"/>
                </a:solidFill>
                <a:latin typeface="Arial Black"/>
                <a:cs typeface="Arial Black"/>
              </a:rPr>
              <a:t>/</a:t>
            </a:r>
            <a:r>
              <a:rPr sz="1600" spc="-10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Hospital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User</a:t>
            </a:r>
            <a:r>
              <a:rPr sz="13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3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hospital</a:t>
            </a:r>
            <a:r>
              <a:rPr sz="13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administration;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doctor</a:t>
            </a:r>
            <a:r>
              <a:rPr sz="13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approval</a:t>
            </a:r>
            <a:r>
              <a:rPr sz="13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3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role</a:t>
            </a:r>
            <a:r>
              <a:rPr sz="13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control.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44123" y="1212469"/>
            <a:ext cx="3519170" cy="1570990"/>
            <a:chOff x="4344123" y="1212469"/>
            <a:chExt cx="3519170" cy="157099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4123" y="1212469"/>
              <a:ext cx="3518636" cy="157068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388764" y="1234084"/>
              <a:ext cx="3429635" cy="1482090"/>
            </a:xfrm>
            <a:custGeom>
              <a:avLst/>
              <a:gdLst/>
              <a:ahLst/>
              <a:cxnLst/>
              <a:rect l="l" t="t" r="r" b="b"/>
              <a:pathLst>
                <a:path w="3429634" h="1482089">
                  <a:moveTo>
                    <a:pt x="247319" y="0"/>
                  </a:moveTo>
                  <a:lnTo>
                    <a:pt x="183283" y="8459"/>
                  </a:lnTo>
                  <a:lnTo>
                    <a:pt x="123837" y="33121"/>
                  </a:lnTo>
                  <a:lnTo>
                    <a:pt x="72718" y="72351"/>
                  </a:lnTo>
                  <a:lnTo>
                    <a:pt x="33477" y="123469"/>
                  </a:lnTo>
                  <a:lnTo>
                    <a:pt x="8815" y="183057"/>
                  </a:lnTo>
                  <a:lnTo>
                    <a:pt x="355" y="246951"/>
                  </a:lnTo>
                  <a:lnTo>
                    <a:pt x="0" y="1234795"/>
                  </a:lnTo>
                  <a:lnTo>
                    <a:pt x="2127" y="1267052"/>
                  </a:lnTo>
                  <a:lnTo>
                    <a:pt x="2137" y="1267202"/>
                  </a:lnTo>
                  <a:lnTo>
                    <a:pt x="8433" y="1298698"/>
                  </a:lnTo>
                  <a:lnTo>
                    <a:pt x="8459" y="1298832"/>
                  </a:lnTo>
                  <a:lnTo>
                    <a:pt x="33121" y="1358277"/>
                  </a:lnTo>
                  <a:lnTo>
                    <a:pt x="72351" y="1409396"/>
                  </a:lnTo>
                  <a:lnTo>
                    <a:pt x="123469" y="1448638"/>
                  </a:lnTo>
                  <a:lnTo>
                    <a:pt x="183057" y="1473300"/>
                  </a:lnTo>
                  <a:lnTo>
                    <a:pt x="246951" y="1481759"/>
                  </a:lnTo>
                  <a:lnTo>
                    <a:pt x="3182391" y="1481759"/>
                  </a:lnTo>
                  <a:lnTo>
                    <a:pt x="3246427" y="1473300"/>
                  </a:lnTo>
                  <a:lnTo>
                    <a:pt x="3305873" y="1448638"/>
                  </a:lnTo>
                  <a:lnTo>
                    <a:pt x="3356992" y="1409396"/>
                  </a:lnTo>
                  <a:lnTo>
                    <a:pt x="3396233" y="1358277"/>
                  </a:lnTo>
                  <a:lnTo>
                    <a:pt x="3420850" y="1298832"/>
                  </a:lnTo>
                  <a:lnTo>
                    <a:pt x="3427188" y="1267202"/>
                  </a:lnTo>
                  <a:lnTo>
                    <a:pt x="3427218" y="1267052"/>
                  </a:lnTo>
                  <a:lnTo>
                    <a:pt x="3429355" y="1234795"/>
                  </a:lnTo>
                  <a:lnTo>
                    <a:pt x="3429331" y="246951"/>
                  </a:lnTo>
                  <a:lnTo>
                    <a:pt x="3427218" y="214913"/>
                  </a:lnTo>
                  <a:lnTo>
                    <a:pt x="3410522" y="152800"/>
                  </a:lnTo>
                  <a:lnTo>
                    <a:pt x="3378266" y="96961"/>
                  </a:lnTo>
                  <a:lnTo>
                    <a:pt x="3332749" y="51444"/>
                  </a:lnTo>
                  <a:lnTo>
                    <a:pt x="3276860" y="19188"/>
                  </a:lnTo>
                  <a:lnTo>
                    <a:pt x="3214647" y="2492"/>
                  </a:lnTo>
                  <a:lnTo>
                    <a:pt x="3182391" y="355"/>
                  </a:lnTo>
                  <a:lnTo>
                    <a:pt x="247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88764" y="1234084"/>
              <a:ext cx="3429635" cy="1482090"/>
            </a:xfrm>
            <a:custGeom>
              <a:avLst/>
              <a:gdLst/>
              <a:ahLst/>
              <a:cxnLst/>
              <a:rect l="l" t="t" r="r" b="b"/>
              <a:pathLst>
                <a:path w="3429634" h="1482089">
                  <a:moveTo>
                    <a:pt x="355" y="246951"/>
                  </a:moveTo>
                  <a:lnTo>
                    <a:pt x="2492" y="214702"/>
                  </a:lnTo>
                  <a:lnTo>
                    <a:pt x="8815" y="183057"/>
                  </a:lnTo>
                  <a:lnTo>
                    <a:pt x="33477" y="123469"/>
                  </a:lnTo>
                  <a:lnTo>
                    <a:pt x="72718" y="72351"/>
                  </a:lnTo>
                  <a:lnTo>
                    <a:pt x="123837" y="33121"/>
                  </a:lnTo>
                  <a:lnTo>
                    <a:pt x="183283" y="8459"/>
                  </a:lnTo>
                  <a:lnTo>
                    <a:pt x="247319" y="0"/>
                  </a:lnTo>
                  <a:lnTo>
                    <a:pt x="3182391" y="355"/>
                  </a:lnTo>
                  <a:lnTo>
                    <a:pt x="3246294" y="8815"/>
                  </a:lnTo>
                  <a:lnTo>
                    <a:pt x="3305873" y="33477"/>
                  </a:lnTo>
                  <a:lnTo>
                    <a:pt x="3356992" y="72718"/>
                  </a:lnTo>
                  <a:lnTo>
                    <a:pt x="3396233" y="123837"/>
                  </a:lnTo>
                  <a:lnTo>
                    <a:pt x="3420895" y="183283"/>
                  </a:lnTo>
                  <a:lnTo>
                    <a:pt x="3429355" y="247319"/>
                  </a:lnTo>
                  <a:lnTo>
                    <a:pt x="3429355" y="1234795"/>
                  </a:lnTo>
                  <a:lnTo>
                    <a:pt x="3427218" y="1267052"/>
                  </a:lnTo>
                  <a:lnTo>
                    <a:pt x="3420895" y="1298698"/>
                  </a:lnTo>
                  <a:lnTo>
                    <a:pt x="3396233" y="1358277"/>
                  </a:lnTo>
                  <a:lnTo>
                    <a:pt x="3356992" y="1409396"/>
                  </a:lnTo>
                  <a:lnTo>
                    <a:pt x="3305873" y="1448638"/>
                  </a:lnTo>
                  <a:lnTo>
                    <a:pt x="3246427" y="1473300"/>
                  </a:lnTo>
                  <a:lnTo>
                    <a:pt x="3182391" y="1481759"/>
                  </a:lnTo>
                  <a:lnTo>
                    <a:pt x="246951" y="1481759"/>
                  </a:lnTo>
                  <a:lnTo>
                    <a:pt x="183057" y="1473300"/>
                  </a:lnTo>
                  <a:lnTo>
                    <a:pt x="123469" y="1448638"/>
                  </a:lnTo>
                  <a:lnTo>
                    <a:pt x="72351" y="1409396"/>
                  </a:lnTo>
                  <a:lnTo>
                    <a:pt x="33121" y="1358277"/>
                  </a:lnTo>
                  <a:lnTo>
                    <a:pt x="8459" y="1298832"/>
                  </a:lnTo>
                  <a:lnTo>
                    <a:pt x="0" y="1234795"/>
                  </a:lnTo>
                  <a:lnTo>
                    <a:pt x="355" y="246951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4123" y="1212824"/>
              <a:ext cx="152996" cy="156997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388764" y="1234440"/>
              <a:ext cx="64135" cy="1481455"/>
            </a:xfrm>
            <a:custGeom>
              <a:avLst/>
              <a:gdLst/>
              <a:ahLst/>
              <a:cxnLst/>
              <a:rect l="l" t="t" r="r" b="b"/>
              <a:pathLst>
                <a:path w="64135" h="1481455">
                  <a:moveTo>
                    <a:pt x="63715" y="0"/>
                  </a:moveTo>
                  <a:lnTo>
                    <a:pt x="0" y="0"/>
                  </a:lnTo>
                  <a:lnTo>
                    <a:pt x="0" y="1481035"/>
                  </a:lnTo>
                  <a:lnTo>
                    <a:pt x="32029" y="1481035"/>
                  </a:lnTo>
                  <a:lnTo>
                    <a:pt x="63715" y="148103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88764" y="1234440"/>
              <a:ext cx="64135" cy="1481455"/>
            </a:xfrm>
            <a:custGeom>
              <a:avLst/>
              <a:gdLst/>
              <a:ahLst/>
              <a:cxnLst/>
              <a:rect l="l" t="t" r="r" b="b"/>
              <a:pathLst>
                <a:path w="64135" h="1481455">
                  <a:moveTo>
                    <a:pt x="32029" y="1481035"/>
                  </a:moveTo>
                  <a:lnTo>
                    <a:pt x="0" y="148103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481035"/>
                  </a:lnTo>
                  <a:lnTo>
                    <a:pt x="32029" y="1481035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613655" y="1404264"/>
            <a:ext cx="2670810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Doctor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Search</a:t>
            </a:r>
            <a:r>
              <a:rPr sz="1300" spc="-7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by</a:t>
            </a:r>
            <a:r>
              <a:rPr sz="1300" spc="-6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Patient</a:t>
            </a:r>
            <a:r>
              <a:rPr sz="1300" spc="-6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ID/name;</a:t>
            </a:r>
            <a:r>
              <a:rPr sz="1300" spc="-6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review authorized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history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reports.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093164" y="1212469"/>
            <a:ext cx="3519170" cy="1570990"/>
            <a:chOff x="8093164" y="1212469"/>
            <a:chExt cx="3519170" cy="157099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3164" y="1212469"/>
              <a:ext cx="3518636" cy="157068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137804" y="1234084"/>
              <a:ext cx="3429635" cy="1482090"/>
            </a:xfrm>
            <a:custGeom>
              <a:avLst/>
              <a:gdLst/>
              <a:ahLst/>
              <a:cxnLst/>
              <a:rect l="l" t="t" r="r" b="b"/>
              <a:pathLst>
                <a:path w="3429634" h="1482089">
                  <a:moveTo>
                    <a:pt x="247319" y="0"/>
                  </a:moveTo>
                  <a:lnTo>
                    <a:pt x="183283" y="8459"/>
                  </a:lnTo>
                  <a:lnTo>
                    <a:pt x="123837" y="33121"/>
                  </a:lnTo>
                  <a:lnTo>
                    <a:pt x="72718" y="72351"/>
                  </a:lnTo>
                  <a:lnTo>
                    <a:pt x="33477" y="123469"/>
                  </a:lnTo>
                  <a:lnTo>
                    <a:pt x="8815" y="183057"/>
                  </a:lnTo>
                  <a:lnTo>
                    <a:pt x="355" y="246951"/>
                  </a:lnTo>
                  <a:lnTo>
                    <a:pt x="0" y="1234795"/>
                  </a:lnTo>
                  <a:lnTo>
                    <a:pt x="2127" y="1267052"/>
                  </a:lnTo>
                  <a:lnTo>
                    <a:pt x="2137" y="1267202"/>
                  </a:lnTo>
                  <a:lnTo>
                    <a:pt x="8433" y="1298698"/>
                  </a:lnTo>
                  <a:lnTo>
                    <a:pt x="8459" y="1298832"/>
                  </a:lnTo>
                  <a:lnTo>
                    <a:pt x="18832" y="1329314"/>
                  </a:lnTo>
                  <a:lnTo>
                    <a:pt x="51081" y="1385153"/>
                  </a:lnTo>
                  <a:lnTo>
                    <a:pt x="96593" y="1430670"/>
                  </a:lnTo>
                  <a:lnTo>
                    <a:pt x="152489" y="1462927"/>
                  </a:lnTo>
                  <a:lnTo>
                    <a:pt x="214702" y="1479622"/>
                  </a:lnTo>
                  <a:lnTo>
                    <a:pt x="246951" y="1481759"/>
                  </a:lnTo>
                  <a:lnTo>
                    <a:pt x="3182391" y="1481759"/>
                  </a:lnTo>
                  <a:lnTo>
                    <a:pt x="3246427" y="1473300"/>
                  </a:lnTo>
                  <a:lnTo>
                    <a:pt x="3305873" y="1448638"/>
                  </a:lnTo>
                  <a:lnTo>
                    <a:pt x="3356992" y="1409396"/>
                  </a:lnTo>
                  <a:lnTo>
                    <a:pt x="3396233" y="1358277"/>
                  </a:lnTo>
                  <a:lnTo>
                    <a:pt x="3420850" y="1298832"/>
                  </a:lnTo>
                  <a:lnTo>
                    <a:pt x="3427188" y="1267202"/>
                  </a:lnTo>
                  <a:lnTo>
                    <a:pt x="3427218" y="1267052"/>
                  </a:lnTo>
                  <a:lnTo>
                    <a:pt x="3429355" y="1234795"/>
                  </a:lnTo>
                  <a:lnTo>
                    <a:pt x="3429331" y="246951"/>
                  </a:lnTo>
                  <a:lnTo>
                    <a:pt x="3427218" y="214913"/>
                  </a:lnTo>
                  <a:lnTo>
                    <a:pt x="3410522" y="152800"/>
                  </a:lnTo>
                  <a:lnTo>
                    <a:pt x="3378266" y="96961"/>
                  </a:lnTo>
                  <a:lnTo>
                    <a:pt x="3332749" y="51444"/>
                  </a:lnTo>
                  <a:lnTo>
                    <a:pt x="3276860" y="19188"/>
                  </a:lnTo>
                  <a:lnTo>
                    <a:pt x="3214647" y="2492"/>
                  </a:lnTo>
                  <a:lnTo>
                    <a:pt x="3182391" y="355"/>
                  </a:lnTo>
                  <a:lnTo>
                    <a:pt x="247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137804" y="1234084"/>
              <a:ext cx="3429635" cy="1482090"/>
            </a:xfrm>
            <a:custGeom>
              <a:avLst/>
              <a:gdLst/>
              <a:ahLst/>
              <a:cxnLst/>
              <a:rect l="l" t="t" r="r" b="b"/>
              <a:pathLst>
                <a:path w="3429634" h="1482089">
                  <a:moveTo>
                    <a:pt x="355" y="246951"/>
                  </a:moveTo>
                  <a:lnTo>
                    <a:pt x="2492" y="214702"/>
                  </a:lnTo>
                  <a:lnTo>
                    <a:pt x="8815" y="183057"/>
                  </a:lnTo>
                  <a:lnTo>
                    <a:pt x="33477" y="123469"/>
                  </a:lnTo>
                  <a:lnTo>
                    <a:pt x="72718" y="72351"/>
                  </a:lnTo>
                  <a:lnTo>
                    <a:pt x="123837" y="33121"/>
                  </a:lnTo>
                  <a:lnTo>
                    <a:pt x="183283" y="8459"/>
                  </a:lnTo>
                  <a:lnTo>
                    <a:pt x="247319" y="0"/>
                  </a:lnTo>
                  <a:lnTo>
                    <a:pt x="3182391" y="355"/>
                  </a:lnTo>
                  <a:lnTo>
                    <a:pt x="3246294" y="8815"/>
                  </a:lnTo>
                  <a:lnTo>
                    <a:pt x="3305873" y="33477"/>
                  </a:lnTo>
                  <a:lnTo>
                    <a:pt x="3356992" y="72718"/>
                  </a:lnTo>
                  <a:lnTo>
                    <a:pt x="3396233" y="123837"/>
                  </a:lnTo>
                  <a:lnTo>
                    <a:pt x="3420895" y="183283"/>
                  </a:lnTo>
                  <a:lnTo>
                    <a:pt x="3429355" y="247319"/>
                  </a:lnTo>
                  <a:lnTo>
                    <a:pt x="3429355" y="1234795"/>
                  </a:lnTo>
                  <a:lnTo>
                    <a:pt x="3427218" y="1267052"/>
                  </a:lnTo>
                  <a:lnTo>
                    <a:pt x="3420895" y="1298698"/>
                  </a:lnTo>
                  <a:lnTo>
                    <a:pt x="3396233" y="1358277"/>
                  </a:lnTo>
                  <a:lnTo>
                    <a:pt x="3356992" y="1409396"/>
                  </a:lnTo>
                  <a:lnTo>
                    <a:pt x="3305873" y="1448638"/>
                  </a:lnTo>
                  <a:lnTo>
                    <a:pt x="3246427" y="1473300"/>
                  </a:lnTo>
                  <a:lnTo>
                    <a:pt x="3182391" y="1481759"/>
                  </a:lnTo>
                  <a:lnTo>
                    <a:pt x="246951" y="1481759"/>
                  </a:lnTo>
                  <a:lnTo>
                    <a:pt x="183057" y="1473300"/>
                  </a:lnTo>
                  <a:lnTo>
                    <a:pt x="123469" y="1448638"/>
                  </a:lnTo>
                  <a:lnTo>
                    <a:pt x="72351" y="1409396"/>
                  </a:lnTo>
                  <a:lnTo>
                    <a:pt x="33121" y="1358277"/>
                  </a:lnTo>
                  <a:lnTo>
                    <a:pt x="8459" y="1298832"/>
                  </a:lnTo>
                  <a:lnTo>
                    <a:pt x="0" y="1234795"/>
                  </a:lnTo>
                  <a:lnTo>
                    <a:pt x="355" y="246951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93164" y="1212824"/>
              <a:ext cx="152996" cy="156997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137804" y="1234440"/>
              <a:ext cx="64135" cy="1481455"/>
            </a:xfrm>
            <a:custGeom>
              <a:avLst/>
              <a:gdLst/>
              <a:ahLst/>
              <a:cxnLst/>
              <a:rect l="l" t="t" r="r" b="b"/>
              <a:pathLst>
                <a:path w="64134" h="1481455">
                  <a:moveTo>
                    <a:pt x="63715" y="0"/>
                  </a:moveTo>
                  <a:lnTo>
                    <a:pt x="0" y="0"/>
                  </a:lnTo>
                  <a:lnTo>
                    <a:pt x="0" y="1481035"/>
                  </a:lnTo>
                  <a:lnTo>
                    <a:pt x="32029" y="1481035"/>
                  </a:lnTo>
                  <a:lnTo>
                    <a:pt x="63715" y="148103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37804" y="1234440"/>
              <a:ext cx="64135" cy="1481455"/>
            </a:xfrm>
            <a:custGeom>
              <a:avLst/>
              <a:gdLst/>
              <a:ahLst/>
              <a:cxnLst/>
              <a:rect l="l" t="t" r="r" b="b"/>
              <a:pathLst>
                <a:path w="64134" h="1481455">
                  <a:moveTo>
                    <a:pt x="32029" y="1481035"/>
                  </a:moveTo>
                  <a:lnTo>
                    <a:pt x="0" y="148103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481035"/>
                  </a:lnTo>
                  <a:lnTo>
                    <a:pt x="32029" y="1481035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362695" y="1404264"/>
            <a:ext cx="2613660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80" dirty="0">
                <a:solidFill>
                  <a:srgbClr val="122A49"/>
                </a:solidFill>
                <a:latin typeface="Arial Black"/>
                <a:cs typeface="Arial Black"/>
              </a:rPr>
              <a:t>Patient</a:t>
            </a:r>
            <a:r>
              <a:rPr sz="1600" spc="-11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204" dirty="0">
                <a:solidFill>
                  <a:srgbClr val="122A49"/>
                </a:solidFill>
                <a:latin typeface="Arial Black"/>
                <a:cs typeface="Arial Black"/>
              </a:rPr>
              <a:t>/</a:t>
            </a:r>
            <a:r>
              <a:rPr sz="1600" spc="-10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Guardian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Manage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own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information,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upload reports</a:t>
            </a:r>
            <a:r>
              <a:rPr sz="13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3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authorize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sharing.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95083" y="3041269"/>
            <a:ext cx="3519170" cy="1570990"/>
            <a:chOff x="595083" y="3041269"/>
            <a:chExt cx="3519170" cy="1570990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083" y="3041269"/>
              <a:ext cx="3518636" cy="157068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39724" y="3062884"/>
              <a:ext cx="3429635" cy="1482090"/>
            </a:xfrm>
            <a:custGeom>
              <a:avLst/>
              <a:gdLst/>
              <a:ahLst/>
              <a:cxnLst/>
              <a:rect l="l" t="t" r="r" b="b"/>
              <a:pathLst>
                <a:path w="3429635" h="1482089">
                  <a:moveTo>
                    <a:pt x="247319" y="0"/>
                  </a:moveTo>
                  <a:lnTo>
                    <a:pt x="183283" y="8459"/>
                  </a:lnTo>
                  <a:lnTo>
                    <a:pt x="123837" y="33121"/>
                  </a:lnTo>
                  <a:lnTo>
                    <a:pt x="72718" y="72351"/>
                  </a:lnTo>
                  <a:lnTo>
                    <a:pt x="33477" y="123469"/>
                  </a:lnTo>
                  <a:lnTo>
                    <a:pt x="8815" y="183057"/>
                  </a:lnTo>
                  <a:lnTo>
                    <a:pt x="355" y="246951"/>
                  </a:lnTo>
                  <a:lnTo>
                    <a:pt x="0" y="1234795"/>
                  </a:lnTo>
                  <a:lnTo>
                    <a:pt x="2127" y="1267052"/>
                  </a:lnTo>
                  <a:lnTo>
                    <a:pt x="2137" y="1267202"/>
                  </a:lnTo>
                  <a:lnTo>
                    <a:pt x="18832" y="1329314"/>
                  </a:lnTo>
                  <a:lnTo>
                    <a:pt x="51081" y="1385153"/>
                  </a:lnTo>
                  <a:lnTo>
                    <a:pt x="96593" y="1430670"/>
                  </a:lnTo>
                  <a:lnTo>
                    <a:pt x="152489" y="1462927"/>
                  </a:lnTo>
                  <a:lnTo>
                    <a:pt x="214702" y="1479622"/>
                  </a:lnTo>
                  <a:lnTo>
                    <a:pt x="246951" y="1481759"/>
                  </a:lnTo>
                  <a:lnTo>
                    <a:pt x="3182391" y="1481759"/>
                  </a:lnTo>
                  <a:lnTo>
                    <a:pt x="3246427" y="1473300"/>
                  </a:lnTo>
                  <a:lnTo>
                    <a:pt x="3305873" y="1448638"/>
                  </a:lnTo>
                  <a:lnTo>
                    <a:pt x="3356992" y="1409396"/>
                  </a:lnTo>
                  <a:lnTo>
                    <a:pt x="3396233" y="1358277"/>
                  </a:lnTo>
                  <a:lnTo>
                    <a:pt x="3420850" y="1298832"/>
                  </a:lnTo>
                  <a:lnTo>
                    <a:pt x="3429355" y="1234795"/>
                  </a:lnTo>
                  <a:lnTo>
                    <a:pt x="3429331" y="246951"/>
                  </a:lnTo>
                  <a:lnTo>
                    <a:pt x="3420895" y="183283"/>
                  </a:lnTo>
                  <a:lnTo>
                    <a:pt x="3396233" y="123837"/>
                  </a:lnTo>
                  <a:lnTo>
                    <a:pt x="3356992" y="72718"/>
                  </a:lnTo>
                  <a:lnTo>
                    <a:pt x="3305873" y="33477"/>
                  </a:lnTo>
                  <a:lnTo>
                    <a:pt x="3246294" y="8815"/>
                  </a:lnTo>
                  <a:lnTo>
                    <a:pt x="3182391" y="355"/>
                  </a:lnTo>
                  <a:lnTo>
                    <a:pt x="247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9724" y="3062884"/>
              <a:ext cx="3429635" cy="1482090"/>
            </a:xfrm>
            <a:custGeom>
              <a:avLst/>
              <a:gdLst/>
              <a:ahLst/>
              <a:cxnLst/>
              <a:rect l="l" t="t" r="r" b="b"/>
              <a:pathLst>
                <a:path w="3429635" h="1482089">
                  <a:moveTo>
                    <a:pt x="355" y="246951"/>
                  </a:moveTo>
                  <a:lnTo>
                    <a:pt x="2492" y="214702"/>
                  </a:lnTo>
                  <a:lnTo>
                    <a:pt x="8815" y="183057"/>
                  </a:lnTo>
                  <a:lnTo>
                    <a:pt x="33477" y="123469"/>
                  </a:lnTo>
                  <a:lnTo>
                    <a:pt x="72718" y="72351"/>
                  </a:lnTo>
                  <a:lnTo>
                    <a:pt x="123837" y="33121"/>
                  </a:lnTo>
                  <a:lnTo>
                    <a:pt x="183283" y="8459"/>
                  </a:lnTo>
                  <a:lnTo>
                    <a:pt x="247319" y="0"/>
                  </a:lnTo>
                  <a:lnTo>
                    <a:pt x="3182391" y="355"/>
                  </a:lnTo>
                  <a:lnTo>
                    <a:pt x="3246294" y="8815"/>
                  </a:lnTo>
                  <a:lnTo>
                    <a:pt x="3305873" y="33477"/>
                  </a:lnTo>
                  <a:lnTo>
                    <a:pt x="3356992" y="72718"/>
                  </a:lnTo>
                  <a:lnTo>
                    <a:pt x="3396233" y="123837"/>
                  </a:lnTo>
                  <a:lnTo>
                    <a:pt x="3420895" y="183283"/>
                  </a:lnTo>
                  <a:lnTo>
                    <a:pt x="3429355" y="247319"/>
                  </a:lnTo>
                  <a:lnTo>
                    <a:pt x="3429355" y="1234795"/>
                  </a:lnTo>
                  <a:lnTo>
                    <a:pt x="3427218" y="1267052"/>
                  </a:lnTo>
                  <a:lnTo>
                    <a:pt x="3420895" y="1298698"/>
                  </a:lnTo>
                  <a:lnTo>
                    <a:pt x="3396233" y="1358277"/>
                  </a:lnTo>
                  <a:lnTo>
                    <a:pt x="3356992" y="1409396"/>
                  </a:lnTo>
                  <a:lnTo>
                    <a:pt x="3305873" y="1448638"/>
                  </a:lnTo>
                  <a:lnTo>
                    <a:pt x="3246427" y="1473300"/>
                  </a:lnTo>
                  <a:lnTo>
                    <a:pt x="3182391" y="1481759"/>
                  </a:lnTo>
                  <a:lnTo>
                    <a:pt x="246951" y="1481759"/>
                  </a:lnTo>
                  <a:lnTo>
                    <a:pt x="183057" y="1473300"/>
                  </a:lnTo>
                  <a:lnTo>
                    <a:pt x="123469" y="1448638"/>
                  </a:lnTo>
                  <a:lnTo>
                    <a:pt x="72351" y="1409396"/>
                  </a:lnTo>
                  <a:lnTo>
                    <a:pt x="33121" y="1358277"/>
                  </a:lnTo>
                  <a:lnTo>
                    <a:pt x="8459" y="1298832"/>
                  </a:lnTo>
                  <a:lnTo>
                    <a:pt x="0" y="1234795"/>
                  </a:lnTo>
                  <a:lnTo>
                    <a:pt x="355" y="246951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083" y="3041624"/>
              <a:ext cx="152996" cy="156997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39724" y="3063240"/>
              <a:ext cx="64135" cy="1481455"/>
            </a:xfrm>
            <a:custGeom>
              <a:avLst/>
              <a:gdLst/>
              <a:ahLst/>
              <a:cxnLst/>
              <a:rect l="l" t="t" r="r" b="b"/>
              <a:pathLst>
                <a:path w="64134" h="1481454">
                  <a:moveTo>
                    <a:pt x="63715" y="0"/>
                  </a:moveTo>
                  <a:lnTo>
                    <a:pt x="0" y="0"/>
                  </a:lnTo>
                  <a:lnTo>
                    <a:pt x="0" y="1481035"/>
                  </a:lnTo>
                  <a:lnTo>
                    <a:pt x="32029" y="1481035"/>
                  </a:lnTo>
                  <a:lnTo>
                    <a:pt x="63715" y="148103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DB8B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9724" y="3063240"/>
              <a:ext cx="64135" cy="1481455"/>
            </a:xfrm>
            <a:custGeom>
              <a:avLst/>
              <a:gdLst/>
              <a:ahLst/>
              <a:cxnLst/>
              <a:rect l="l" t="t" r="r" b="b"/>
              <a:pathLst>
                <a:path w="64134" h="1481454">
                  <a:moveTo>
                    <a:pt x="32029" y="1481035"/>
                  </a:moveTo>
                  <a:lnTo>
                    <a:pt x="0" y="148103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481035"/>
                  </a:lnTo>
                  <a:lnTo>
                    <a:pt x="32029" y="1481035"/>
                  </a:lnTo>
                  <a:close/>
                </a:path>
              </a:pathLst>
            </a:custGeom>
            <a:ln w="9359">
              <a:solidFill>
                <a:srgbClr val="DB8B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64616" y="3233064"/>
            <a:ext cx="2280920" cy="1041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Caretaker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View</a:t>
            </a:r>
            <a:r>
              <a:rPr sz="1300" spc="-5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only</a:t>
            </a:r>
            <a:r>
              <a:rPr sz="1300" spc="-5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assigned</a:t>
            </a:r>
            <a:r>
              <a:rPr sz="1300" spc="-5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patient information permitted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by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the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patient/guardian.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344123" y="3041269"/>
            <a:ext cx="3519170" cy="1570990"/>
            <a:chOff x="4344123" y="3041269"/>
            <a:chExt cx="3519170" cy="1570990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4123" y="3041269"/>
              <a:ext cx="3518636" cy="157068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388764" y="3062884"/>
              <a:ext cx="3429635" cy="1482090"/>
            </a:xfrm>
            <a:custGeom>
              <a:avLst/>
              <a:gdLst/>
              <a:ahLst/>
              <a:cxnLst/>
              <a:rect l="l" t="t" r="r" b="b"/>
              <a:pathLst>
                <a:path w="3429634" h="1482089">
                  <a:moveTo>
                    <a:pt x="247319" y="0"/>
                  </a:moveTo>
                  <a:lnTo>
                    <a:pt x="183283" y="8459"/>
                  </a:lnTo>
                  <a:lnTo>
                    <a:pt x="123837" y="33121"/>
                  </a:lnTo>
                  <a:lnTo>
                    <a:pt x="72718" y="72351"/>
                  </a:lnTo>
                  <a:lnTo>
                    <a:pt x="33477" y="123469"/>
                  </a:lnTo>
                  <a:lnTo>
                    <a:pt x="8815" y="183057"/>
                  </a:lnTo>
                  <a:lnTo>
                    <a:pt x="355" y="246951"/>
                  </a:lnTo>
                  <a:lnTo>
                    <a:pt x="0" y="1234795"/>
                  </a:lnTo>
                  <a:lnTo>
                    <a:pt x="2127" y="1267052"/>
                  </a:lnTo>
                  <a:lnTo>
                    <a:pt x="18832" y="1329314"/>
                  </a:lnTo>
                  <a:lnTo>
                    <a:pt x="51081" y="1385153"/>
                  </a:lnTo>
                  <a:lnTo>
                    <a:pt x="96593" y="1430670"/>
                  </a:lnTo>
                  <a:lnTo>
                    <a:pt x="152489" y="1462927"/>
                  </a:lnTo>
                  <a:lnTo>
                    <a:pt x="214702" y="1479622"/>
                  </a:lnTo>
                  <a:lnTo>
                    <a:pt x="246951" y="1481759"/>
                  </a:lnTo>
                  <a:lnTo>
                    <a:pt x="3182391" y="1481759"/>
                  </a:lnTo>
                  <a:lnTo>
                    <a:pt x="3246427" y="1473300"/>
                  </a:lnTo>
                  <a:lnTo>
                    <a:pt x="3305873" y="1448638"/>
                  </a:lnTo>
                  <a:lnTo>
                    <a:pt x="3356992" y="1409396"/>
                  </a:lnTo>
                  <a:lnTo>
                    <a:pt x="3396233" y="1358277"/>
                  </a:lnTo>
                  <a:lnTo>
                    <a:pt x="3420850" y="1298832"/>
                  </a:lnTo>
                  <a:lnTo>
                    <a:pt x="3429355" y="1234795"/>
                  </a:lnTo>
                  <a:lnTo>
                    <a:pt x="3429331" y="246951"/>
                  </a:lnTo>
                  <a:lnTo>
                    <a:pt x="3420895" y="183283"/>
                  </a:lnTo>
                  <a:lnTo>
                    <a:pt x="3396233" y="123837"/>
                  </a:lnTo>
                  <a:lnTo>
                    <a:pt x="3356992" y="72718"/>
                  </a:lnTo>
                  <a:lnTo>
                    <a:pt x="3305873" y="33477"/>
                  </a:lnTo>
                  <a:lnTo>
                    <a:pt x="3246294" y="8815"/>
                  </a:lnTo>
                  <a:lnTo>
                    <a:pt x="3182391" y="355"/>
                  </a:lnTo>
                  <a:lnTo>
                    <a:pt x="247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388764" y="3062884"/>
              <a:ext cx="3429635" cy="1482090"/>
            </a:xfrm>
            <a:custGeom>
              <a:avLst/>
              <a:gdLst/>
              <a:ahLst/>
              <a:cxnLst/>
              <a:rect l="l" t="t" r="r" b="b"/>
              <a:pathLst>
                <a:path w="3429634" h="1482089">
                  <a:moveTo>
                    <a:pt x="355" y="246951"/>
                  </a:moveTo>
                  <a:lnTo>
                    <a:pt x="2492" y="214702"/>
                  </a:lnTo>
                  <a:lnTo>
                    <a:pt x="8815" y="183057"/>
                  </a:lnTo>
                  <a:lnTo>
                    <a:pt x="33477" y="123469"/>
                  </a:lnTo>
                  <a:lnTo>
                    <a:pt x="72718" y="72351"/>
                  </a:lnTo>
                  <a:lnTo>
                    <a:pt x="123837" y="33121"/>
                  </a:lnTo>
                  <a:lnTo>
                    <a:pt x="183283" y="8459"/>
                  </a:lnTo>
                  <a:lnTo>
                    <a:pt x="247319" y="0"/>
                  </a:lnTo>
                  <a:lnTo>
                    <a:pt x="3182391" y="355"/>
                  </a:lnTo>
                  <a:lnTo>
                    <a:pt x="3246294" y="8815"/>
                  </a:lnTo>
                  <a:lnTo>
                    <a:pt x="3305873" y="33477"/>
                  </a:lnTo>
                  <a:lnTo>
                    <a:pt x="3356992" y="72718"/>
                  </a:lnTo>
                  <a:lnTo>
                    <a:pt x="3396233" y="123837"/>
                  </a:lnTo>
                  <a:lnTo>
                    <a:pt x="3420895" y="183283"/>
                  </a:lnTo>
                  <a:lnTo>
                    <a:pt x="3429355" y="247319"/>
                  </a:lnTo>
                  <a:lnTo>
                    <a:pt x="3429355" y="1234795"/>
                  </a:lnTo>
                  <a:lnTo>
                    <a:pt x="3427218" y="1267052"/>
                  </a:lnTo>
                  <a:lnTo>
                    <a:pt x="3420895" y="1298698"/>
                  </a:lnTo>
                  <a:lnTo>
                    <a:pt x="3396233" y="1358277"/>
                  </a:lnTo>
                  <a:lnTo>
                    <a:pt x="3356992" y="1409396"/>
                  </a:lnTo>
                  <a:lnTo>
                    <a:pt x="3305873" y="1448638"/>
                  </a:lnTo>
                  <a:lnTo>
                    <a:pt x="3246427" y="1473300"/>
                  </a:lnTo>
                  <a:lnTo>
                    <a:pt x="3182391" y="1481759"/>
                  </a:lnTo>
                  <a:lnTo>
                    <a:pt x="246951" y="1481759"/>
                  </a:lnTo>
                  <a:lnTo>
                    <a:pt x="183057" y="1473300"/>
                  </a:lnTo>
                  <a:lnTo>
                    <a:pt x="123469" y="1448638"/>
                  </a:lnTo>
                  <a:lnTo>
                    <a:pt x="72351" y="1409396"/>
                  </a:lnTo>
                  <a:lnTo>
                    <a:pt x="33121" y="1358277"/>
                  </a:lnTo>
                  <a:lnTo>
                    <a:pt x="8459" y="1298832"/>
                  </a:lnTo>
                  <a:lnTo>
                    <a:pt x="0" y="1234795"/>
                  </a:lnTo>
                  <a:lnTo>
                    <a:pt x="355" y="246951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4123" y="3041624"/>
              <a:ext cx="152996" cy="156997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388764" y="3063240"/>
              <a:ext cx="64135" cy="1481455"/>
            </a:xfrm>
            <a:custGeom>
              <a:avLst/>
              <a:gdLst/>
              <a:ahLst/>
              <a:cxnLst/>
              <a:rect l="l" t="t" r="r" b="b"/>
              <a:pathLst>
                <a:path w="64135" h="1481454">
                  <a:moveTo>
                    <a:pt x="63715" y="0"/>
                  </a:moveTo>
                  <a:lnTo>
                    <a:pt x="0" y="0"/>
                  </a:lnTo>
                  <a:lnTo>
                    <a:pt x="0" y="1481035"/>
                  </a:lnTo>
                  <a:lnTo>
                    <a:pt x="32029" y="1481035"/>
                  </a:lnTo>
                  <a:lnTo>
                    <a:pt x="63715" y="148103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388764" y="3063240"/>
              <a:ext cx="64135" cy="1481455"/>
            </a:xfrm>
            <a:custGeom>
              <a:avLst/>
              <a:gdLst/>
              <a:ahLst/>
              <a:cxnLst/>
              <a:rect l="l" t="t" r="r" b="b"/>
              <a:pathLst>
                <a:path w="64135" h="1481454">
                  <a:moveTo>
                    <a:pt x="32029" y="1481035"/>
                  </a:moveTo>
                  <a:lnTo>
                    <a:pt x="0" y="148103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481035"/>
                  </a:lnTo>
                  <a:lnTo>
                    <a:pt x="32029" y="1481035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613655" y="3233064"/>
            <a:ext cx="2867660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80" dirty="0">
                <a:solidFill>
                  <a:srgbClr val="122A49"/>
                </a:solidFill>
                <a:latin typeface="Arial Black"/>
                <a:cs typeface="Arial Black"/>
              </a:rPr>
              <a:t>Nurse</a:t>
            </a:r>
            <a:r>
              <a:rPr sz="1600" spc="-11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204" dirty="0">
                <a:solidFill>
                  <a:srgbClr val="122A49"/>
                </a:solidFill>
                <a:latin typeface="Arial Black"/>
                <a:cs typeface="Arial Black"/>
              </a:rPr>
              <a:t>/</a:t>
            </a:r>
            <a:r>
              <a:rPr sz="1600" spc="-110" dirty="0">
                <a:solidFill>
                  <a:srgbClr val="122A49"/>
                </a:solidFill>
                <a:latin typeface="Arial Black"/>
                <a:cs typeface="Arial Black"/>
              </a:rPr>
              <a:t> Head </a:t>
            </a:r>
            <a:r>
              <a:rPr sz="1600" spc="-20" dirty="0">
                <a:solidFill>
                  <a:srgbClr val="122A49"/>
                </a:solidFill>
                <a:latin typeface="Arial Black"/>
                <a:cs typeface="Arial Black"/>
              </a:rPr>
              <a:t>Nurse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Duty</a:t>
            </a:r>
            <a:r>
              <a:rPr sz="13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scheduling,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assigned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care</a:t>
            </a:r>
            <a:r>
              <a:rPr sz="13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tasks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progress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oversight.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093164" y="3041269"/>
            <a:ext cx="3519170" cy="1570990"/>
            <a:chOff x="8093164" y="3041269"/>
            <a:chExt cx="3519170" cy="1570990"/>
          </a:xfrm>
        </p:grpSpPr>
        <p:pic>
          <p:nvPicPr>
            <p:cNvPr id="48" name="object 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3164" y="3041269"/>
              <a:ext cx="3518636" cy="1570685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8137804" y="3062884"/>
              <a:ext cx="3429635" cy="1482090"/>
            </a:xfrm>
            <a:custGeom>
              <a:avLst/>
              <a:gdLst/>
              <a:ahLst/>
              <a:cxnLst/>
              <a:rect l="l" t="t" r="r" b="b"/>
              <a:pathLst>
                <a:path w="3429634" h="1482089">
                  <a:moveTo>
                    <a:pt x="247319" y="0"/>
                  </a:moveTo>
                  <a:lnTo>
                    <a:pt x="183283" y="8459"/>
                  </a:lnTo>
                  <a:lnTo>
                    <a:pt x="123837" y="33121"/>
                  </a:lnTo>
                  <a:lnTo>
                    <a:pt x="72718" y="72351"/>
                  </a:lnTo>
                  <a:lnTo>
                    <a:pt x="33477" y="123469"/>
                  </a:lnTo>
                  <a:lnTo>
                    <a:pt x="8815" y="183057"/>
                  </a:lnTo>
                  <a:lnTo>
                    <a:pt x="355" y="246951"/>
                  </a:lnTo>
                  <a:lnTo>
                    <a:pt x="0" y="1234795"/>
                  </a:lnTo>
                  <a:lnTo>
                    <a:pt x="2127" y="1267052"/>
                  </a:lnTo>
                  <a:lnTo>
                    <a:pt x="2137" y="1267202"/>
                  </a:lnTo>
                  <a:lnTo>
                    <a:pt x="8433" y="1298698"/>
                  </a:lnTo>
                  <a:lnTo>
                    <a:pt x="8459" y="1298832"/>
                  </a:lnTo>
                  <a:lnTo>
                    <a:pt x="18832" y="1329314"/>
                  </a:lnTo>
                  <a:lnTo>
                    <a:pt x="51081" y="1385153"/>
                  </a:lnTo>
                  <a:lnTo>
                    <a:pt x="96593" y="1430670"/>
                  </a:lnTo>
                  <a:lnTo>
                    <a:pt x="152489" y="1462927"/>
                  </a:lnTo>
                  <a:lnTo>
                    <a:pt x="214702" y="1479622"/>
                  </a:lnTo>
                  <a:lnTo>
                    <a:pt x="246951" y="1481759"/>
                  </a:lnTo>
                  <a:lnTo>
                    <a:pt x="3182391" y="1481759"/>
                  </a:lnTo>
                  <a:lnTo>
                    <a:pt x="3246427" y="1473300"/>
                  </a:lnTo>
                  <a:lnTo>
                    <a:pt x="3305873" y="1448638"/>
                  </a:lnTo>
                  <a:lnTo>
                    <a:pt x="3356992" y="1409396"/>
                  </a:lnTo>
                  <a:lnTo>
                    <a:pt x="3396233" y="1358277"/>
                  </a:lnTo>
                  <a:lnTo>
                    <a:pt x="3420850" y="1298832"/>
                  </a:lnTo>
                  <a:lnTo>
                    <a:pt x="3429355" y="1234795"/>
                  </a:lnTo>
                  <a:lnTo>
                    <a:pt x="3429331" y="246951"/>
                  </a:lnTo>
                  <a:lnTo>
                    <a:pt x="3420895" y="183283"/>
                  </a:lnTo>
                  <a:lnTo>
                    <a:pt x="3396233" y="123837"/>
                  </a:lnTo>
                  <a:lnTo>
                    <a:pt x="3356992" y="72718"/>
                  </a:lnTo>
                  <a:lnTo>
                    <a:pt x="3305873" y="33477"/>
                  </a:lnTo>
                  <a:lnTo>
                    <a:pt x="3246294" y="8815"/>
                  </a:lnTo>
                  <a:lnTo>
                    <a:pt x="3182391" y="355"/>
                  </a:lnTo>
                  <a:lnTo>
                    <a:pt x="247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137804" y="3062884"/>
              <a:ext cx="3429635" cy="1482090"/>
            </a:xfrm>
            <a:custGeom>
              <a:avLst/>
              <a:gdLst/>
              <a:ahLst/>
              <a:cxnLst/>
              <a:rect l="l" t="t" r="r" b="b"/>
              <a:pathLst>
                <a:path w="3429634" h="1482089">
                  <a:moveTo>
                    <a:pt x="355" y="246951"/>
                  </a:moveTo>
                  <a:lnTo>
                    <a:pt x="2492" y="214702"/>
                  </a:lnTo>
                  <a:lnTo>
                    <a:pt x="8815" y="183057"/>
                  </a:lnTo>
                  <a:lnTo>
                    <a:pt x="33477" y="123469"/>
                  </a:lnTo>
                  <a:lnTo>
                    <a:pt x="72718" y="72351"/>
                  </a:lnTo>
                  <a:lnTo>
                    <a:pt x="123837" y="33121"/>
                  </a:lnTo>
                  <a:lnTo>
                    <a:pt x="183283" y="8459"/>
                  </a:lnTo>
                  <a:lnTo>
                    <a:pt x="247319" y="0"/>
                  </a:lnTo>
                  <a:lnTo>
                    <a:pt x="3182391" y="355"/>
                  </a:lnTo>
                  <a:lnTo>
                    <a:pt x="3246294" y="8815"/>
                  </a:lnTo>
                  <a:lnTo>
                    <a:pt x="3305873" y="33477"/>
                  </a:lnTo>
                  <a:lnTo>
                    <a:pt x="3356992" y="72718"/>
                  </a:lnTo>
                  <a:lnTo>
                    <a:pt x="3396233" y="123837"/>
                  </a:lnTo>
                  <a:lnTo>
                    <a:pt x="3420895" y="183283"/>
                  </a:lnTo>
                  <a:lnTo>
                    <a:pt x="3429355" y="247319"/>
                  </a:lnTo>
                  <a:lnTo>
                    <a:pt x="3429355" y="1234795"/>
                  </a:lnTo>
                  <a:lnTo>
                    <a:pt x="3427218" y="1267052"/>
                  </a:lnTo>
                  <a:lnTo>
                    <a:pt x="3420895" y="1298698"/>
                  </a:lnTo>
                  <a:lnTo>
                    <a:pt x="3396233" y="1358277"/>
                  </a:lnTo>
                  <a:lnTo>
                    <a:pt x="3356992" y="1409396"/>
                  </a:lnTo>
                  <a:lnTo>
                    <a:pt x="3305873" y="1448638"/>
                  </a:lnTo>
                  <a:lnTo>
                    <a:pt x="3246427" y="1473300"/>
                  </a:lnTo>
                  <a:lnTo>
                    <a:pt x="3182391" y="1481759"/>
                  </a:lnTo>
                  <a:lnTo>
                    <a:pt x="246951" y="1481759"/>
                  </a:lnTo>
                  <a:lnTo>
                    <a:pt x="183057" y="1473300"/>
                  </a:lnTo>
                  <a:lnTo>
                    <a:pt x="123469" y="1448638"/>
                  </a:lnTo>
                  <a:lnTo>
                    <a:pt x="72351" y="1409396"/>
                  </a:lnTo>
                  <a:lnTo>
                    <a:pt x="33121" y="1358277"/>
                  </a:lnTo>
                  <a:lnTo>
                    <a:pt x="8459" y="1298832"/>
                  </a:lnTo>
                  <a:lnTo>
                    <a:pt x="0" y="1234795"/>
                  </a:lnTo>
                  <a:lnTo>
                    <a:pt x="355" y="246951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93164" y="3041624"/>
              <a:ext cx="152996" cy="1569974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8137804" y="3063240"/>
              <a:ext cx="64135" cy="1481455"/>
            </a:xfrm>
            <a:custGeom>
              <a:avLst/>
              <a:gdLst/>
              <a:ahLst/>
              <a:cxnLst/>
              <a:rect l="l" t="t" r="r" b="b"/>
              <a:pathLst>
                <a:path w="64134" h="1481454">
                  <a:moveTo>
                    <a:pt x="63715" y="0"/>
                  </a:moveTo>
                  <a:lnTo>
                    <a:pt x="0" y="0"/>
                  </a:lnTo>
                  <a:lnTo>
                    <a:pt x="0" y="1481035"/>
                  </a:lnTo>
                  <a:lnTo>
                    <a:pt x="32029" y="1481035"/>
                  </a:lnTo>
                  <a:lnTo>
                    <a:pt x="63715" y="148103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6373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137804" y="3063240"/>
              <a:ext cx="64135" cy="1481455"/>
            </a:xfrm>
            <a:custGeom>
              <a:avLst/>
              <a:gdLst/>
              <a:ahLst/>
              <a:cxnLst/>
              <a:rect l="l" t="t" r="r" b="b"/>
              <a:pathLst>
                <a:path w="64134" h="1481454">
                  <a:moveTo>
                    <a:pt x="32029" y="1481035"/>
                  </a:moveTo>
                  <a:lnTo>
                    <a:pt x="0" y="148103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481035"/>
                  </a:lnTo>
                  <a:lnTo>
                    <a:pt x="32029" y="1481035"/>
                  </a:lnTo>
                  <a:close/>
                </a:path>
              </a:pathLst>
            </a:custGeom>
            <a:ln w="9359">
              <a:solidFill>
                <a:srgbClr val="6373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8362695" y="3233064"/>
            <a:ext cx="3004820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Reception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Registration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support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appointment coordination;</a:t>
            </a:r>
            <a:r>
              <a:rPr sz="13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verify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implementation.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System</a:t>
            </a:r>
            <a:r>
              <a:rPr spc="-165" dirty="0"/>
              <a:t> Architecture</a:t>
            </a:r>
            <a:r>
              <a:rPr spc="-160" dirty="0"/>
              <a:t> </a:t>
            </a:r>
            <a:r>
              <a:rPr spc="-400" dirty="0"/>
              <a:t>&amp;</a:t>
            </a:r>
            <a:r>
              <a:rPr spc="-165" dirty="0"/>
              <a:t> </a:t>
            </a:r>
            <a:r>
              <a:rPr spc="-200" dirty="0"/>
              <a:t>Technology</a:t>
            </a:r>
            <a:r>
              <a:rPr spc="-165" dirty="0"/>
              <a:t> </a:t>
            </a:r>
            <a:r>
              <a:rPr spc="-270" dirty="0"/>
              <a:t>Stack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5635" y="819353"/>
            <a:ext cx="747395" cy="139065"/>
            <a:chOff x="485635" y="819353"/>
            <a:chExt cx="747395" cy="139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635" y="819353"/>
              <a:ext cx="747356" cy="138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658088" y="0"/>
                  </a:moveTo>
                  <a:lnTo>
                    <a:pt x="0" y="0"/>
                  </a:lnTo>
                  <a:lnTo>
                    <a:pt x="0" y="50037"/>
                  </a:lnTo>
                  <a:lnTo>
                    <a:pt x="329044" y="50037"/>
                  </a:lnTo>
                  <a:lnTo>
                    <a:pt x="658088" y="50037"/>
                  </a:lnTo>
                  <a:lnTo>
                    <a:pt x="658088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329044" y="50037"/>
                  </a:moveTo>
                  <a:lnTo>
                    <a:pt x="0" y="50037"/>
                  </a:lnTo>
                  <a:lnTo>
                    <a:pt x="0" y="0"/>
                  </a:lnTo>
                  <a:lnTo>
                    <a:pt x="658088" y="0"/>
                  </a:lnTo>
                  <a:lnTo>
                    <a:pt x="658088" y="50037"/>
                  </a:lnTo>
                  <a:lnTo>
                    <a:pt x="329044" y="50037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85900" y="818908"/>
            <a:ext cx="56540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Architecture</a:t>
            </a:r>
            <a:r>
              <a:rPr sz="10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shown</a:t>
            </a:r>
            <a:r>
              <a:rPr sz="10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as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target</a:t>
            </a:r>
            <a:r>
              <a:rPr sz="10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structure;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verify</a:t>
            </a:r>
            <a:r>
              <a:rPr sz="10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each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connection</a:t>
            </a:r>
            <a:r>
              <a:rPr sz="10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against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repository</a:t>
            </a:r>
            <a:r>
              <a:rPr sz="10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configuration</a:t>
            </a:r>
            <a:endParaRPr sz="1000">
              <a:latin typeface="Noto Sans"/>
              <a:cs typeface="Noto San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0803" y="1349984"/>
            <a:ext cx="3488054" cy="838835"/>
            <a:chOff x="640803" y="1349984"/>
            <a:chExt cx="3488054" cy="83883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803" y="1349984"/>
              <a:ext cx="3487674" cy="83880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444" y="1371599"/>
              <a:ext cx="3398520" cy="749935"/>
            </a:xfrm>
            <a:custGeom>
              <a:avLst/>
              <a:gdLst/>
              <a:ahLst/>
              <a:cxnLst/>
              <a:rect l="l" t="t" r="r" b="b"/>
              <a:pathLst>
                <a:path w="3398520" h="749935">
                  <a:moveTo>
                    <a:pt x="3273120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1" y="48809"/>
                  </a:lnTo>
                  <a:lnTo>
                    <a:pt x="4263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1044" y="640966"/>
                  </a:lnTo>
                  <a:lnTo>
                    <a:pt x="1067" y="641322"/>
                  </a:lnTo>
                  <a:lnTo>
                    <a:pt x="4165" y="656997"/>
                  </a:lnTo>
                  <a:lnTo>
                    <a:pt x="4227" y="657313"/>
                  </a:lnTo>
                  <a:lnTo>
                    <a:pt x="9343" y="672488"/>
                  </a:lnTo>
                  <a:lnTo>
                    <a:pt x="36582" y="713205"/>
                  </a:lnTo>
                  <a:lnTo>
                    <a:pt x="77027" y="740309"/>
                  </a:lnTo>
                  <a:lnTo>
                    <a:pt x="124917" y="749884"/>
                  </a:lnTo>
                  <a:lnTo>
                    <a:pt x="3273475" y="749515"/>
                  </a:lnTo>
                  <a:lnTo>
                    <a:pt x="3321215" y="740102"/>
                  </a:lnTo>
                  <a:lnTo>
                    <a:pt x="3361721" y="712933"/>
                  </a:lnTo>
                  <a:lnTo>
                    <a:pt x="3388725" y="672695"/>
                  </a:lnTo>
                  <a:lnTo>
                    <a:pt x="3397248" y="641322"/>
                  </a:lnTo>
                  <a:lnTo>
                    <a:pt x="3397319" y="640966"/>
                  </a:lnTo>
                  <a:lnTo>
                    <a:pt x="3398369" y="624954"/>
                  </a:lnTo>
                  <a:lnTo>
                    <a:pt x="3398393" y="624598"/>
                  </a:lnTo>
                  <a:lnTo>
                    <a:pt x="3398037" y="124917"/>
                  </a:lnTo>
                  <a:lnTo>
                    <a:pt x="3388618" y="77177"/>
                  </a:lnTo>
                  <a:lnTo>
                    <a:pt x="3361450" y="36676"/>
                  </a:lnTo>
                  <a:lnTo>
                    <a:pt x="3321010" y="9569"/>
                  </a:lnTo>
                  <a:lnTo>
                    <a:pt x="3289488" y="1075"/>
                  </a:lnTo>
                  <a:lnTo>
                    <a:pt x="3273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444" y="1371599"/>
              <a:ext cx="3398520" cy="749935"/>
            </a:xfrm>
            <a:custGeom>
              <a:avLst/>
              <a:gdLst/>
              <a:ahLst/>
              <a:cxnLst/>
              <a:rect l="l" t="t" r="r" b="b"/>
              <a:pathLst>
                <a:path w="3398520" h="749935">
                  <a:moveTo>
                    <a:pt x="0" y="124917"/>
                  </a:moveTo>
                  <a:lnTo>
                    <a:pt x="1073" y="108549"/>
                  </a:lnTo>
                  <a:lnTo>
                    <a:pt x="4271" y="92517"/>
                  </a:lnTo>
                  <a:lnTo>
                    <a:pt x="25931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3273120" y="0"/>
                  </a:lnTo>
                  <a:lnTo>
                    <a:pt x="3321010" y="9569"/>
                  </a:lnTo>
                  <a:lnTo>
                    <a:pt x="3361450" y="36676"/>
                  </a:lnTo>
                  <a:lnTo>
                    <a:pt x="3388618" y="77177"/>
                  </a:lnTo>
                  <a:lnTo>
                    <a:pt x="3398037" y="124917"/>
                  </a:lnTo>
                  <a:lnTo>
                    <a:pt x="3398393" y="624598"/>
                  </a:lnTo>
                  <a:lnTo>
                    <a:pt x="3397319" y="640966"/>
                  </a:lnTo>
                  <a:lnTo>
                    <a:pt x="3394121" y="656997"/>
                  </a:lnTo>
                  <a:lnTo>
                    <a:pt x="3372461" y="700708"/>
                  </a:lnTo>
                  <a:lnTo>
                    <a:pt x="3335756" y="732955"/>
                  </a:lnTo>
                  <a:lnTo>
                    <a:pt x="3289838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2" y="713205"/>
                  </a:lnTo>
                  <a:lnTo>
                    <a:pt x="9413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45462" y="1458204"/>
            <a:ext cx="1480185" cy="54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5910">
              <a:lnSpc>
                <a:spcPct val="132100"/>
              </a:lnSpc>
              <a:spcBef>
                <a:spcPts val="100"/>
              </a:spcBef>
            </a:pPr>
            <a:r>
              <a:rPr sz="1300" spc="-120" dirty="0">
                <a:solidFill>
                  <a:srgbClr val="122A49"/>
                </a:solidFill>
                <a:latin typeface="Arial Black"/>
                <a:cs typeface="Arial Black"/>
              </a:rPr>
              <a:t>React</a:t>
            </a:r>
            <a:r>
              <a:rPr sz="1300" spc="-6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300" spc="-25" dirty="0">
                <a:solidFill>
                  <a:srgbClr val="122A49"/>
                </a:solidFill>
                <a:latin typeface="Arial Black"/>
                <a:cs typeface="Arial Black"/>
              </a:rPr>
              <a:t>Web </a:t>
            </a:r>
            <a:r>
              <a:rPr sz="1300" spc="-100" dirty="0">
                <a:solidFill>
                  <a:srgbClr val="122A49"/>
                </a:solidFill>
                <a:latin typeface="Arial Black"/>
                <a:cs typeface="Arial Black"/>
              </a:rPr>
              <a:t>(TypeScript</a:t>
            </a:r>
            <a:r>
              <a:rPr sz="1300" spc="-6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300" spc="170" dirty="0">
                <a:solidFill>
                  <a:srgbClr val="122A49"/>
                </a:solidFill>
                <a:latin typeface="Arial Black"/>
                <a:cs typeface="Arial Black"/>
              </a:rPr>
              <a:t>/</a:t>
            </a:r>
            <a:r>
              <a:rPr sz="1300" spc="-6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300" spc="-80" dirty="0">
                <a:solidFill>
                  <a:srgbClr val="122A49"/>
                </a:solidFill>
                <a:latin typeface="Arial Black"/>
                <a:cs typeface="Arial Black"/>
              </a:rPr>
              <a:t>Vite)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84903" y="1541779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359237" y="1349984"/>
            <a:ext cx="3488054" cy="838835"/>
            <a:chOff x="4359237" y="1349984"/>
            <a:chExt cx="3488054" cy="83883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9237" y="1349984"/>
              <a:ext cx="3487673" cy="83880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403877" y="1371599"/>
              <a:ext cx="3398520" cy="749935"/>
            </a:xfrm>
            <a:custGeom>
              <a:avLst/>
              <a:gdLst/>
              <a:ahLst/>
              <a:cxnLst/>
              <a:rect l="l" t="t" r="r" b="b"/>
              <a:pathLst>
                <a:path w="3398520" h="749935">
                  <a:moveTo>
                    <a:pt x="3273120" y="0"/>
                  </a:moveTo>
                  <a:lnTo>
                    <a:pt x="124917" y="0"/>
                  </a:lnTo>
                  <a:lnTo>
                    <a:pt x="108528" y="1075"/>
                  </a:lnTo>
                  <a:lnTo>
                    <a:pt x="62636" y="16560"/>
                  </a:lnTo>
                  <a:lnTo>
                    <a:pt x="25937" y="48809"/>
                  </a:lnTo>
                  <a:lnTo>
                    <a:pt x="4267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9349" y="672488"/>
                  </a:lnTo>
                  <a:lnTo>
                    <a:pt x="36587" y="713205"/>
                  </a:lnTo>
                  <a:lnTo>
                    <a:pt x="77032" y="740309"/>
                  </a:lnTo>
                  <a:lnTo>
                    <a:pt x="124917" y="749884"/>
                  </a:lnTo>
                  <a:lnTo>
                    <a:pt x="3273488" y="749515"/>
                  </a:lnTo>
                  <a:lnTo>
                    <a:pt x="3321217" y="740102"/>
                  </a:lnTo>
                  <a:lnTo>
                    <a:pt x="3361726" y="712933"/>
                  </a:lnTo>
                  <a:lnTo>
                    <a:pt x="3388727" y="672695"/>
                  </a:lnTo>
                  <a:lnTo>
                    <a:pt x="3388831" y="672488"/>
                  </a:lnTo>
                  <a:lnTo>
                    <a:pt x="3394019" y="657313"/>
                  </a:lnTo>
                  <a:lnTo>
                    <a:pt x="3394127" y="656997"/>
                  </a:lnTo>
                  <a:lnTo>
                    <a:pt x="3397259" y="641322"/>
                  </a:lnTo>
                  <a:lnTo>
                    <a:pt x="3397330" y="640966"/>
                  </a:lnTo>
                  <a:lnTo>
                    <a:pt x="3398382" y="624954"/>
                  </a:lnTo>
                  <a:lnTo>
                    <a:pt x="3398405" y="624598"/>
                  </a:lnTo>
                  <a:lnTo>
                    <a:pt x="3398037" y="124917"/>
                  </a:lnTo>
                  <a:lnTo>
                    <a:pt x="3388623" y="77177"/>
                  </a:lnTo>
                  <a:lnTo>
                    <a:pt x="3361455" y="36676"/>
                  </a:lnTo>
                  <a:lnTo>
                    <a:pt x="3321010" y="9569"/>
                  </a:lnTo>
                  <a:lnTo>
                    <a:pt x="3289488" y="1075"/>
                  </a:lnTo>
                  <a:lnTo>
                    <a:pt x="3273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03877" y="1371599"/>
              <a:ext cx="3398520" cy="749935"/>
            </a:xfrm>
            <a:custGeom>
              <a:avLst/>
              <a:gdLst/>
              <a:ahLst/>
              <a:cxnLst/>
              <a:rect l="l" t="t" r="r" b="b"/>
              <a:pathLst>
                <a:path w="3398520" h="749935">
                  <a:moveTo>
                    <a:pt x="0" y="124917"/>
                  </a:moveTo>
                  <a:lnTo>
                    <a:pt x="1075" y="108549"/>
                  </a:lnTo>
                  <a:lnTo>
                    <a:pt x="4276" y="92517"/>
                  </a:lnTo>
                  <a:lnTo>
                    <a:pt x="25937" y="48809"/>
                  </a:lnTo>
                  <a:lnTo>
                    <a:pt x="62636" y="16560"/>
                  </a:lnTo>
                  <a:lnTo>
                    <a:pt x="108556" y="1069"/>
                  </a:lnTo>
                  <a:lnTo>
                    <a:pt x="124917" y="0"/>
                  </a:lnTo>
                  <a:lnTo>
                    <a:pt x="3273120" y="0"/>
                  </a:lnTo>
                  <a:lnTo>
                    <a:pt x="3321010" y="9569"/>
                  </a:lnTo>
                  <a:lnTo>
                    <a:pt x="3361455" y="36676"/>
                  </a:lnTo>
                  <a:lnTo>
                    <a:pt x="3388623" y="77177"/>
                  </a:lnTo>
                  <a:lnTo>
                    <a:pt x="3398037" y="124917"/>
                  </a:lnTo>
                  <a:lnTo>
                    <a:pt x="3398405" y="624598"/>
                  </a:lnTo>
                  <a:lnTo>
                    <a:pt x="3397330" y="640966"/>
                  </a:lnTo>
                  <a:lnTo>
                    <a:pt x="3394127" y="656997"/>
                  </a:lnTo>
                  <a:lnTo>
                    <a:pt x="3372462" y="700708"/>
                  </a:lnTo>
                  <a:lnTo>
                    <a:pt x="3335756" y="732955"/>
                  </a:lnTo>
                  <a:lnTo>
                    <a:pt x="3289849" y="748448"/>
                  </a:lnTo>
                  <a:lnTo>
                    <a:pt x="124917" y="749884"/>
                  </a:lnTo>
                  <a:lnTo>
                    <a:pt x="77032" y="740309"/>
                  </a:lnTo>
                  <a:lnTo>
                    <a:pt x="36587" y="713205"/>
                  </a:lnTo>
                  <a:lnTo>
                    <a:pt x="9419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27979" y="1458204"/>
            <a:ext cx="1352550" cy="54927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300" spc="-210" dirty="0">
                <a:solidFill>
                  <a:srgbClr val="122A49"/>
                </a:solidFill>
                <a:latin typeface="Arial Black"/>
                <a:cs typeface="Arial Black"/>
              </a:rPr>
              <a:t>REST</a:t>
            </a:r>
            <a:r>
              <a:rPr sz="1300" spc="-7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300" spc="-25" dirty="0">
                <a:solidFill>
                  <a:srgbClr val="122A49"/>
                </a:solidFill>
                <a:latin typeface="Arial Black"/>
                <a:cs typeface="Arial Black"/>
              </a:rPr>
              <a:t>API</a:t>
            </a:r>
            <a:endParaRPr sz="13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1300" spc="-70" dirty="0">
                <a:solidFill>
                  <a:srgbClr val="122A49"/>
                </a:solidFill>
                <a:latin typeface="Arial Black"/>
                <a:cs typeface="Arial Black"/>
              </a:rPr>
              <a:t>(Node</a:t>
            </a:r>
            <a:r>
              <a:rPr sz="1300" spc="-8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300" spc="170" dirty="0">
                <a:solidFill>
                  <a:srgbClr val="122A49"/>
                </a:solidFill>
                <a:latin typeface="Arial Black"/>
                <a:cs typeface="Arial Black"/>
              </a:rPr>
              <a:t>/</a:t>
            </a:r>
            <a:r>
              <a:rPr sz="1300" spc="-8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300" spc="-90" dirty="0">
                <a:solidFill>
                  <a:srgbClr val="122A49"/>
                </a:solidFill>
                <a:latin typeface="Arial Black"/>
                <a:cs typeface="Arial Black"/>
              </a:rPr>
              <a:t>Express)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03705" y="1541779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78037" y="1349984"/>
            <a:ext cx="3488054" cy="838835"/>
            <a:chOff x="8078037" y="1349984"/>
            <a:chExt cx="3488054" cy="838835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78037" y="1349984"/>
              <a:ext cx="3487674" cy="83880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122678" y="1371599"/>
              <a:ext cx="3398520" cy="749935"/>
            </a:xfrm>
            <a:custGeom>
              <a:avLst/>
              <a:gdLst/>
              <a:ahLst/>
              <a:cxnLst/>
              <a:rect l="l" t="t" r="r" b="b"/>
              <a:pathLst>
                <a:path w="3398520" h="749935">
                  <a:moveTo>
                    <a:pt x="3273120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7" y="48809"/>
                  </a:lnTo>
                  <a:lnTo>
                    <a:pt x="4267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1046" y="640966"/>
                  </a:lnTo>
                  <a:lnTo>
                    <a:pt x="1069" y="641322"/>
                  </a:lnTo>
                  <a:lnTo>
                    <a:pt x="16560" y="687235"/>
                  </a:lnTo>
                  <a:lnTo>
                    <a:pt x="48809" y="723941"/>
                  </a:lnTo>
                  <a:lnTo>
                    <a:pt x="92517" y="745605"/>
                  </a:lnTo>
                  <a:lnTo>
                    <a:pt x="124917" y="749884"/>
                  </a:lnTo>
                  <a:lnTo>
                    <a:pt x="3273475" y="749515"/>
                  </a:lnTo>
                  <a:lnTo>
                    <a:pt x="3321217" y="740102"/>
                  </a:lnTo>
                  <a:lnTo>
                    <a:pt x="3361726" y="712933"/>
                  </a:lnTo>
                  <a:lnTo>
                    <a:pt x="3388727" y="672695"/>
                  </a:lnTo>
                  <a:lnTo>
                    <a:pt x="3388831" y="672488"/>
                  </a:lnTo>
                  <a:lnTo>
                    <a:pt x="3394019" y="657313"/>
                  </a:lnTo>
                  <a:lnTo>
                    <a:pt x="3394127" y="656997"/>
                  </a:lnTo>
                  <a:lnTo>
                    <a:pt x="3397259" y="641322"/>
                  </a:lnTo>
                  <a:lnTo>
                    <a:pt x="3397330" y="640966"/>
                  </a:lnTo>
                  <a:lnTo>
                    <a:pt x="3398382" y="624954"/>
                  </a:lnTo>
                  <a:lnTo>
                    <a:pt x="3398405" y="624598"/>
                  </a:lnTo>
                  <a:lnTo>
                    <a:pt x="3398037" y="124917"/>
                  </a:lnTo>
                  <a:lnTo>
                    <a:pt x="3388623" y="77177"/>
                  </a:lnTo>
                  <a:lnTo>
                    <a:pt x="3361455" y="36676"/>
                  </a:lnTo>
                  <a:lnTo>
                    <a:pt x="3321010" y="9569"/>
                  </a:lnTo>
                  <a:lnTo>
                    <a:pt x="3289488" y="1075"/>
                  </a:lnTo>
                  <a:lnTo>
                    <a:pt x="32731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122678" y="1371599"/>
              <a:ext cx="3398520" cy="749935"/>
            </a:xfrm>
            <a:custGeom>
              <a:avLst/>
              <a:gdLst/>
              <a:ahLst/>
              <a:cxnLst/>
              <a:rect l="l" t="t" r="r" b="b"/>
              <a:pathLst>
                <a:path w="3398520" h="749935">
                  <a:moveTo>
                    <a:pt x="0" y="124917"/>
                  </a:moveTo>
                  <a:lnTo>
                    <a:pt x="1075" y="108549"/>
                  </a:lnTo>
                  <a:lnTo>
                    <a:pt x="4276" y="92517"/>
                  </a:lnTo>
                  <a:lnTo>
                    <a:pt x="25937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3273120" y="0"/>
                  </a:lnTo>
                  <a:lnTo>
                    <a:pt x="3321010" y="9569"/>
                  </a:lnTo>
                  <a:lnTo>
                    <a:pt x="3361455" y="36676"/>
                  </a:lnTo>
                  <a:lnTo>
                    <a:pt x="3388623" y="77177"/>
                  </a:lnTo>
                  <a:lnTo>
                    <a:pt x="3398037" y="124917"/>
                  </a:lnTo>
                  <a:lnTo>
                    <a:pt x="3398405" y="624598"/>
                  </a:lnTo>
                  <a:lnTo>
                    <a:pt x="3397330" y="640966"/>
                  </a:lnTo>
                  <a:lnTo>
                    <a:pt x="3394127" y="656997"/>
                  </a:lnTo>
                  <a:lnTo>
                    <a:pt x="3372462" y="700708"/>
                  </a:lnTo>
                  <a:lnTo>
                    <a:pt x="3335756" y="732955"/>
                  </a:lnTo>
                  <a:lnTo>
                    <a:pt x="3289843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7" y="713205"/>
                  </a:lnTo>
                  <a:lnTo>
                    <a:pt x="9419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908465" y="1458204"/>
            <a:ext cx="1828800" cy="54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75615">
              <a:lnSpc>
                <a:spcPct val="132100"/>
              </a:lnSpc>
              <a:spcBef>
                <a:spcPts val="100"/>
              </a:spcBef>
            </a:pPr>
            <a:r>
              <a:rPr sz="1300" spc="-65" dirty="0">
                <a:solidFill>
                  <a:srgbClr val="122A49"/>
                </a:solidFill>
                <a:latin typeface="Arial Black"/>
                <a:cs typeface="Arial Black"/>
              </a:rPr>
              <a:t>Data</a:t>
            </a:r>
            <a:r>
              <a:rPr sz="1300" spc="-7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300" spc="-20" dirty="0">
                <a:solidFill>
                  <a:srgbClr val="122A49"/>
                </a:solidFill>
                <a:latin typeface="Arial Black"/>
                <a:cs typeface="Arial Black"/>
              </a:rPr>
              <a:t>layer </a:t>
            </a:r>
            <a:r>
              <a:rPr sz="1300" spc="-65" dirty="0">
                <a:solidFill>
                  <a:srgbClr val="122A49"/>
                </a:solidFill>
                <a:latin typeface="Arial Black"/>
                <a:cs typeface="Arial Black"/>
              </a:rPr>
              <a:t>(MongoDB</a:t>
            </a:r>
            <a:r>
              <a:rPr sz="1300" spc="-7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300" spc="170" dirty="0">
                <a:solidFill>
                  <a:srgbClr val="122A49"/>
                </a:solidFill>
                <a:latin typeface="Arial Black"/>
                <a:cs typeface="Arial Black"/>
              </a:rPr>
              <a:t>/</a:t>
            </a:r>
            <a:r>
              <a:rPr sz="1300" spc="-7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300" spc="-75" dirty="0">
                <a:solidFill>
                  <a:srgbClr val="122A49"/>
                </a:solidFill>
                <a:latin typeface="Arial Black"/>
                <a:cs typeface="Arial Black"/>
              </a:rPr>
              <a:t>Firestore)</a:t>
            </a:r>
            <a:endParaRPr sz="1300">
              <a:latin typeface="Arial Black"/>
              <a:cs typeface="Arial Black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40803" y="2538348"/>
            <a:ext cx="2627630" cy="748030"/>
            <a:chOff x="640803" y="2538348"/>
            <a:chExt cx="2627630" cy="748030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803" y="2538348"/>
              <a:ext cx="2627274" cy="74772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85444" y="2559964"/>
              <a:ext cx="2538095" cy="659130"/>
            </a:xfrm>
            <a:custGeom>
              <a:avLst/>
              <a:gdLst/>
              <a:ahLst/>
              <a:cxnLst/>
              <a:rect l="l" t="t" r="r" b="b"/>
              <a:pathLst>
                <a:path w="2538095" h="659130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5" y="577483"/>
                  </a:lnTo>
                  <a:lnTo>
                    <a:pt x="8301" y="590916"/>
                  </a:lnTo>
                  <a:lnTo>
                    <a:pt x="8352" y="591066"/>
                  </a:lnTo>
                  <a:lnTo>
                    <a:pt x="32213" y="626619"/>
                  </a:lnTo>
                  <a:lnTo>
                    <a:pt x="67882" y="650441"/>
                  </a:lnTo>
                  <a:lnTo>
                    <a:pt x="109791" y="658799"/>
                  </a:lnTo>
                  <a:lnTo>
                    <a:pt x="2428201" y="658799"/>
                  </a:lnTo>
                  <a:lnTo>
                    <a:pt x="2470266" y="650441"/>
                  </a:lnTo>
                  <a:lnTo>
                    <a:pt x="2505770" y="626619"/>
                  </a:lnTo>
                  <a:lnTo>
                    <a:pt x="2529565" y="591066"/>
                  </a:lnTo>
                  <a:lnTo>
                    <a:pt x="2529640" y="590916"/>
                  </a:lnTo>
                  <a:lnTo>
                    <a:pt x="2534242" y="577483"/>
                  </a:lnTo>
                  <a:lnTo>
                    <a:pt x="2537052" y="563425"/>
                  </a:lnTo>
                  <a:lnTo>
                    <a:pt x="2537993" y="548995"/>
                  </a:lnTo>
                  <a:lnTo>
                    <a:pt x="2537969" y="109791"/>
                  </a:lnTo>
                  <a:lnTo>
                    <a:pt x="2529640" y="68088"/>
                  </a:lnTo>
                  <a:lnTo>
                    <a:pt x="2505775" y="32534"/>
                  </a:lnTo>
                  <a:lnTo>
                    <a:pt x="2470110" y="8708"/>
                  </a:lnTo>
                  <a:lnTo>
                    <a:pt x="242820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5444" y="2559964"/>
              <a:ext cx="2538095" cy="659130"/>
            </a:xfrm>
            <a:custGeom>
              <a:avLst/>
              <a:gdLst/>
              <a:ahLst/>
              <a:cxnLst/>
              <a:rect l="l" t="t" r="r" b="b"/>
              <a:pathLst>
                <a:path w="2538095" h="659130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428201" y="355"/>
                  </a:lnTo>
                  <a:lnTo>
                    <a:pt x="2470110" y="8708"/>
                  </a:lnTo>
                  <a:lnTo>
                    <a:pt x="2505775" y="32534"/>
                  </a:lnTo>
                  <a:lnTo>
                    <a:pt x="2529640" y="68088"/>
                  </a:lnTo>
                  <a:lnTo>
                    <a:pt x="2537993" y="110159"/>
                  </a:lnTo>
                  <a:lnTo>
                    <a:pt x="2537993" y="548995"/>
                  </a:lnTo>
                  <a:lnTo>
                    <a:pt x="2537053" y="563420"/>
                  </a:lnTo>
                  <a:lnTo>
                    <a:pt x="2534258" y="577438"/>
                  </a:lnTo>
                  <a:lnTo>
                    <a:pt x="2515221" y="615788"/>
                  </a:lnTo>
                  <a:lnTo>
                    <a:pt x="2483281" y="644029"/>
                  </a:lnTo>
                  <a:lnTo>
                    <a:pt x="2442624" y="657860"/>
                  </a:lnTo>
                  <a:lnTo>
                    <a:pt x="2428201" y="658799"/>
                  </a:lnTo>
                  <a:lnTo>
                    <a:pt x="109791" y="658799"/>
                  </a:lnTo>
                  <a:lnTo>
                    <a:pt x="67882" y="650441"/>
                  </a:lnTo>
                  <a:lnTo>
                    <a:pt x="32213" y="626619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791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333334" y="2803220"/>
            <a:ext cx="1241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5" dirty="0">
                <a:solidFill>
                  <a:srgbClr val="122A49"/>
                </a:solidFill>
                <a:latin typeface="Arial Black"/>
                <a:cs typeface="Arial Black"/>
              </a:rPr>
              <a:t>Authorized</a:t>
            </a:r>
            <a:r>
              <a:rPr sz="1200" spc="-4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200" spc="-40" dirty="0">
                <a:solidFill>
                  <a:srgbClr val="122A49"/>
                </a:solidFill>
                <a:latin typeface="Arial Black"/>
                <a:cs typeface="Arial Black"/>
              </a:rPr>
              <a:t>user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83826" y="273050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407041" y="2538348"/>
            <a:ext cx="2627630" cy="748030"/>
            <a:chOff x="3407041" y="2538348"/>
            <a:chExt cx="2627630" cy="748030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07041" y="2538348"/>
              <a:ext cx="2627274" cy="74772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451682" y="2559964"/>
              <a:ext cx="2538095" cy="659130"/>
            </a:xfrm>
            <a:custGeom>
              <a:avLst/>
              <a:gdLst/>
              <a:ahLst/>
              <a:cxnLst/>
              <a:rect l="l" t="t" r="r" b="b"/>
              <a:pathLst>
                <a:path w="2538095" h="659130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57" y="604075"/>
                  </a:lnTo>
                  <a:lnTo>
                    <a:pt x="22676" y="615788"/>
                  </a:lnTo>
                  <a:lnTo>
                    <a:pt x="22777" y="615938"/>
                  </a:lnTo>
                  <a:lnTo>
                    <a:pt x="55079" y="644029"/>
                  </a:lnTo>
                  <a:lnTo>
                    <a:pt x="95374" y="657860"/>
                  </a:lnTo>
                  <a:lnTo>
                    <a:pt x="109791" y="658799"/>
                  </a:lnTo>
                  <a:lnTo>
                    <a:pt x="2428201" y="658799"/>
                  </a:lnTo>
                  <a:lnTo>
                    <a:pt x="2470266" y="650441"/>
                  </a:lnTo>
                  <a:lnTo>
                    <a:pt x="2505775" y="626619"/>
                  </a:lnTo>
                  <a:lnTo>
                    <a:pt x="2529565" y="591066"/>
                  </a:lnTo>
                  <a:lnTo>
                    <a:pt x="2529640" y="590916"/>
                  </a:lnTo>
                  <a:lnTo>
                    <a:pt x="2534242" y="577483"/>
                  </a:lnTo>
                  <a:lnTo>
                    <a:pt x="2537052" y="563425"/>
                  </a:lnTo>
                  <a:lnTo>
                    <a:pt x="2537993" y="548995"/>
                  </a:lnTo>
                  <a:lnTo>
                    <a:pt x="2537969" y="109791"/>
                  </a:lnTo>
                  <a:lnTo>
                    <a:pt x="2529640" y="68088"/>
                  </a:lnTo>
                  <a:lnTo>
                    <a:pt x="2505779" y="32534"/>
                  </a:lnTo>
                  <a:lnTo>
                    <a:pt x="2470110" y="8708"/>
                  </a:lnTo>
                  <a:lnTo>
                    <a:pt x="242820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51682" y="2559964"/>
              <a:ext cx="2538095" cy="659130"/>
            </a:xfrm>
            <a:custGeom>
              <a:avLst/>
              <a:gdLst/>
              <a:ahLst/>
              <a:cxnLst/>
              <a:rect l="l" t="t" r="r" b="b"/>
              <a:pathLst>
                <a:path w="2538095" h="659130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428201" y="355"/>
                  </a:lnTo>
                  <a:lnTo>
                    <a:pt x="2470110" y="8708"/>
                  </a:lnTo>
                  <a:lnTo>
                    <a:pt x="2505779" y="32534"/>
                  </a:lnTo>
                  <a:lnTo>
                    <a:pt x="2529640" y="68088"/>
                  </a:lnTo>
                  <a:lnTo>
                    <a:pt x="2537993" y="110159"/>
                  </a:lnTo>
                  <a:lnTo>
                    <a:pt x="2537993" y="548995"/>
                  </a:lnTo>
                  <a:lnTo>
                    <a:pt x="2537053" y="563420"/>
                  </a:lnTo>
                  <a:lnTo>
                    <a:pt x="2534258" y="577438"/>
                  </a:lnTo>
                  <a:lnTo>
                    <a:pt x="2515223" y="615788"/>
                  </a:lnTo>
                  <a:lnTo>
                    <a:pt x="2483281" y="644029"/>
                  </a:lnTo>
                  <a:lnTo>
                    <a:pt x="2442624" y="657860"/>
                  </a:lnTo>
                  <a:lnTo>
                    <a:pt x="2428201" y="658799"/>
                  </a:lnTo>
                  <a:lnTo>
                    <a:pt x="109791" y="658799"/>
                  </a:lnTo>
                  <a:lnTo>
                    <a:pt x="67882" y="650441"/>
                  </a:lnTo>
                  <a:lnTo>
                    <a:pt x="32218" y="626619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791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978986" y="2803220"/>
            <a:ext cx="1482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0" dirty="0">
                <a:solidFill>
                  <a:srgbClr val="122A49"/>
                </a:solidFill>
                <a:latin typeface="Arial Black"/>
                <a:cs typeface="Arial Black"/>
              </a:rPr>
              <a:t>Web </a:t>
            </a:r>
            <a:r>
              <a:rPr sz="1200" spc="155" dirty="0">
                <a:solidFill>
                  <a:srgbClr val="122A49"/>
                </a:solidFill>
                <a:latin typeface="Arial Black"/>
                <a:cs typeface="Arial Black"/>
              </a:rPr>
              <a:t>/</a:t>
            </a:r>
            <a:r>
              <a:rPr sz="1200" spc="-7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200" spc="-55" dirty="0">
                <a:solidFill>
                  <a:srgbClr val="122A49"/>
                </a:solidFill>
                <a:latin typeface="Arial Black"/>
                <a:cs typeface="Arial Black"/>
              </a:rPr>
              <a:t>Mobile</a:t>
            </a:r>
            <a:r>
              <a:rPr sz="1200" spc="-7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200" spc="-50" dirty="0">
                <a:solidFill>
                  <a:srgbClr val="122A49"/>
                </a:solidFill>
                <a:latin typeface="Arial Black"/>
                <a:cs typeface="Arial Black"/>
              </a:rPr>
              <a:t>client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049695" y="273050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172923" y="2538348"/>
            <a:ext cx="2627630" cy="748030"/>
            <a:chOff x="6172923" y="2538348"/>
            <a:chExt cx="2627630" cy="748030"/>
          </a:xfrm>
        </p:grpSpPr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2923" y="2538348"/>
              <a:ext cx="2627274" cy="74772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217564" y="2559964"/>
              <a:ext cx="2538095" cy="659130"/>
            </a:xfrm>
            <a:custGeom>
              <a:avLst/>
              <a:gdLst/>
              <a:ahLst/>
              <a:cxnLst/>
              <a:rect l="l" t="t" r="r" b="b"/>
              <a:pathLst>
                <a:path w="2538095" h="659130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57" y="604075"/>
                  </a:lnTo>
                  <a:lnTo>
                    <a:pt x="43003" y="636016"/>
                  </a:lnTo>
                  <a:lnTo>
                    <a:pt x="81359" y="655062"/>
                  </a:lnTo>
                  <a:lnTo>
                    <a:pt x="109791" y="658799"/>
                  </a:lnTo>
                  <a:lnTo>
                    <a:pt x="2428201" y="658799"/>
                  </a:lnTo>
                  <a:lnTo>
                    <a:pt x="2470266" y="650441"/>
                  </a:lnTo>
                  <a:lnTo>
                    <a:pt x="2505770" y="626619"/>
                  </a:lnTo>
                  <a:lnTo>
                    <a:pt x="2529565" y="591066"/>
                  </a:lnTo>
                  <a:lnTo>
                    <a:pt x="2537993" y="548995"/>
                  </a:lnTo>
                  <a:lnTo>
                    <a:pt x="2537969" y="109791"/>
                  </a:lnTo>
                  <a:lnTo>
                    <a:pt x="2529640" y="68088"/>
                  </a:lnTo>
                  <a:lnTo>
                    <a:pt x="2505775" y="32534"/>
                  </a:lnTo>
                  <a:lnTo>
                    <a:pt x="2470110" y="8708"/>
                  </a:lnTo>
                  <a:lnTo>
                    <a:pt x="242820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17564" y="2559964"/>
              <a:ext cx="2538095" cy="659130"/>
            </a:xfrm>
            <a:custGeom>
              <a:avLst/>
              <a:gdLst/>
              <a:ahLst/>
              <a:cxnLst/>
              <a:rect l="l" t="t" r="r" b="b"/>
              <a:pathLst>
                <a:path w="2538095" h="659130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428201" y="355"/>
                  </a:lnTo>
                  <a:lnTo>
                    <a:pt x="2470110" y="8708"/>
                  </a:lnTo>
                  <a:lnTo>
                    <a:pt x="2505775" y="32534"/>
                  </a:lnTo>
                  <a:lnTo>
                    <a:pt x="2529640" y="68088"/>
                  </a:lnTo>
                  <a:lnTo>
                    <a:pt x="2537993" y="110159"/>
                  </a:lnTo>
                  <a:lnTo>
                    <a:pt x="2537993" y="548995"/>
                  </a:lnTo>
                  <a:lnTo>
                    <a:pt x="2537053" y="563420"/>
                  </a:lnTo>
                  <a:lnTo>
                    <a:pt x="2534258" y="577438"/>
                  </a:lnTo>
                  <a:lnTo>
                    <a:pt x="2515221" y="615788"/>
                  </a:lnTo>
                  <a:lnTo>
                    <a:pt x="2483281" y="644029"/>
                  </a:lnTo>
                  <a:lnTo>
                    <a:pt x="2442624" y="657860"/>
                  </a:lnTo>
                  <a:lnTo>
                    <a:pt x="2428201" y="658799"/>
                  </a:lnTo>
                  <a:lnTo>
                    <a:pt x="109791" y="658799"/>
                  </a:lnTo>
                  <a:lnTo>
                    <a:pt x="67882" y="650441"/>
                  </a:lnTo>
                  <a:lnTo>
                    <a:pt x="32213" y="626619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791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743775" y="2803220"/>
            <a:ext cx="14846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5" dirty="0">
                <a:solidFill>
                  <a:srgbClr val="122A49"/>
                </a:solidFill>
                <a:latin typeface="Arial Black"/>
                <a:cs typeface="Arial Black"/>
              </a:rPr>
              <a:t>Backend</a:t>
            </a:r>
            <a:r>
              <a:rPr sz="1200" spc="-6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200" spc="-40" dirty="0">
                <a:solidFill>
                  <a:srgbClr val="122A49"/>
                </a:solidFill>
                <a:latin typeface="Arial Black"/>
                <a:cs typeface="Arial Black"/>
              </a:rPr>
              <a:t>validation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815946" y="273050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939161" y="2538348"/>
            <a:ext cx="2627630" cy="748030"/>
            <a:chOff x="8939161" y="2538348"/>
            <a:chExt cx="2627630" cy="748030"/>
          </a:xfrm>
        </p:grpSpPr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39161" y="2538348"/>
              <a:ext cx="2627274" cy="74772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983801" y="2559964"/>
              <a:ext cx="2538095" cy="659130"/>
            </a:xfrm>
            <a:custGeom>
              <a:avLst/>
              <a:gdLst/>
              <a:ahLst/>
              <a:cxnLst/>
              <a:rect l="l" t="t" r="r" b="b"/>
              <a:pathLst>
                <a:path w="2538095" h="659130">
                  <a:moveTo>
                    <a:pt x="110159" y="0"/>
                  </a:moveTo>
                  <a:lnTo>
                    <a:pt x="68088" y="8352"/>
                  </a:lnTo>
                  <a:lnTo>
                    <a:pt x="32534" y="32213"/>
                  </a:lnTo>
                  <a:lnTo>
                    <a:pt x="8708" y="67882"/>
                  </a:lnTo>
                  <a:lnTo>
                    <a:pt x="355" y="109791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57" y="604075"/>
                  </a:lnTo>
                  <a:lnTo>
                    <a:pt x="22676" y="615788"/>
                  </a:lnTo>
                  <a:lnTo>
                    <a:pt x="22777" y="615938"/>
                  </a:lnTo>
                  <a:lnTo>
                    <a:pt x="55079" y="644029"/>
                  </a:lnTo>
                  <a:lnTo>
                    <a:pt x="95374" y="657860"/>
                  </a:lnTo>
                  <a:lnTo>
                    <a:pt x="109791" y="658799"/>
                  </a:lnTo>
                  <a:lnTo>
                    <a:pt x="2428201" y="658799"/>
                  </a:lnTo>
                  <a:lnTo>
                    <a:pt x="2470266" y="650441"/>
                  </a:lnTo>
                  <a:lnTo>
                    <a:pt x="2505775" y="626619"/>
                  </a:lnTo>
                  <a:lnTo>
                    <a:pt x="2529565" y="591066"/>
                  </a:lnTo>
                  <a:lnTo>
                    <a:pt x="2537993" y="548995"/>
                  </a:lnTo>
                  <a:lnTo>
                    <a:pt x="2537969" y="109791"/>
                  </a:lnTo>
                  <a:lnTo>
                    <a:pt x="2529640" y="68088"/>
                  </a:lnTo>
                  <a:lnTo>
                    <a:pt x="2505779" y="32534"/>
                  </a:lnTo>
                  <a:lnTo>
                    <a:pt x="2470110" y="8708"/>
                  </a:lnTo>
                  <a:lnTo>
                    <a:pt x="242820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983801" y="2559964"/>
              <a:ext cx="2538095" cy="659130"/>
            </a:xfrm>
            <a:custGeom>
              <a:avLst/>
              <a:gdLst/>
              <a:ahLst/>
              <a:cxnLst/>
              <a:rect l="l" t="t" r="r" b="b"/>
              <a:pathLst>
                <a:path w="2538095" h="659130">
                  <a:moveTo>
                    <a:pt x="355" y="109791"/>
                  </a:moveTo>
                  <a:lnTo>
                    <a:pt x="1295" y="95374"/>
                  </a:lnTo>
                  <a:lnTo>
                    <a:pt x="4090" y="81359"/>
                  </a:lnTo>
                  <a:lnTo>
                    <a:pt x="23133" y="43003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2428201" y="355"/>
                  </a:lnTo>
                  <a:lnTo>
                    <a:pt x="2470110" y="8708"/>
                  </a:lnTo>
                  <a:lnTo>
                    <a:pt x="2505779" y="32534"/>
                  </a:lnTo>
                  <a:lnTo>
                    <a:pt x="2529640" y="68088"/>
                  </a:lnTo>
                  <a:lnTo>
                    <a:pt x="2537993" y="110159"/>
                  </a:lnTo>
                  <a:lnTo>
                    <a:pt x="2537993" y="548995"/>
                  </a:lnTo>
                  <a:lnTo>
                    <a:pt x="2537053" y="563420"/>
                  </a:lnTo>
                  <a:lnTo>
                    <a:pt x="2534258" y="577438"/>
                  </a:lnTo>
                  <a:lnTo>
                    <a:pt x="2515223" y="615788"/>
                  </a:lnTo>
                  <a:lnTo>
                    <a:pt x="2483281" y="644029"/>
                  </a:lnTo>
                  <a:lnTo>
                    <a:pt x="2442624" y="657860"/>
                  </a:lnTo>
                  <a:lnTo>
                    <a:pt x="2428201" y="658799"/>
                  </a:lnTo>
                  <a:lnTo>
                    <a:pt x="109791" y="658799"/>
                  </a:lnTo>
                  <a:lnTo>
                    <a:pt x="67882" y="650441"/>
                  </a:lnTo>
                  <a:lnTo>
                    <a:pt x="32218" y="626619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791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9543859" y="2803220"/>
            <a:ext cx="1416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122A49"/>
                </a:solidFill>
                <a:latin typeface="Arial Black"/>
                <a:cs typeface="Arial Black"/>
              </a:rPr>
              <a:t>Data</a:t>
            </a:r>
            <a:r>
              <a:rPr sz="1200" spc="-7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200" spc="-110" dirty="0">
                <a:solidFill>
                  <a:srgbClr val="122A49"/>
                </a:solidFill>
                <a:latin typeface="Arial Black"/>
                <a:cs typeface="Arial Black"/>
              </a:rPr>
              <a:t>+</a:t>
            </a:r>
            <a:r>
              <a:rPr sz="1200" spc="-7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200" spc="-50" dirty="0">
                <a:solidFill>
                  <a:srgbClr val="122A49"/>
                </a:solidFill>
                <a:latin typeface="Arial Black"/>
                <a:cs typeface="Arial Black"/>
              </a:rPr>
              <a:t>file</a:t>
            </a:r>
            <a:r>
              <a:rPr sz="1200" spc="-7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200" spc="-60" dirty="0">
                <a:solidFill>
                  <a:srgbClr val="122A49"/>
                </a:solidFill>
                <a:latin typeface="Arial Black"/>
                <a:cs typeface="Arial Black"/>
              </a:rPr>
              <a:t>storage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86523" y="3681336"/>
            <a:ext cx="3519170" cy="1323975"/>
            <a:chOff x="686523" y="3681336"/>
            <a:chExt cx="3519170" cy="1323975"/>
          </a:xfrm>
        </p:grpSpPr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523" y="3681336"/>
              <a:ext cx="3518636" cy="132374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31164" y="370296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5" h="1235075">
                  <a:moveTo>
                    <a:pt x="206273" y="0"/>
                  </a:moveTo>
                  <a:lnTo>
                    <a:pt x="152903" y="7107"/>
                  </a:lnTo>
                  <a:lnTo>
                    <a:pt x="103314" y="27711"/>
                  </a:lnTo>
                  <a:lnTo>
                    <a:pt x="60701" y="60344"/>
                  </a:lnTo>
                  <a:lnTo>
                    <a:pt x="28079" y="102958"/>
                  </a:lnTo>
                  <a:lnTo>
                    <a:pt x="7331" y="152680"/>
                  </a:lnTo>
                  <a:lnTo>
                    <a:pt x="355" y="205917"/>
                  </a:lnTo>
                  <a:lnTo>
                    <a:pt x="0" y="1028877"/>
                  </a:lnTo>
                  <a:lnTo>
                    <a:pt x="1788" y="1055745"/>
                  </a:lnTo>
                  <a:lnTo>
                    <a:pt x="1799" y="1055900"/>
                  </a:lnTo>
                  <a:lnTo>
                    <a:pt x="15789" y="1107650"/>
                  </a:lnTo>
                  <a:lnTo>
                    <a:pt x="42662" y="1154273"/>
                  </a:lnTo>
                  <a:lnTo>
                    <a:pt x="80521" y="1192128"/>
                  </a:lnTo>
                  <a:lnTo>
                    <a:pt x="127195" y="1219150"/>
                  </a:lnTo>
                  <a:lnTo>
                    <a:pt x="179045" y="1233046"/>
                  </a:lnTo>
                  <a:lnTo>
                    <a:pt x="205917" y="1234795"/>
                  </a:lnTo>
                  <a:lnTo>
                    <a:pt x="3223437" y="1234795"/>
                  </a:lnTo>
                  <a:lnTo>
                    <a:pt x="3249709" y="1233046"/>
                  </a:lnTo>
                  <a:lnTo>
                    <a:pt x="3250212" y="1233046"/>
                  </a:lnTo>
                  <a:lnTo>
                    <a:pt x="3302210" y="1219000"/>
                  </a:lnTo>
                  <a:lnTo>
                    <a:pt x="3348833" y="1192128"/>
                  </a:lnTo>
                  <a:lnTo>
                    <a:pt x="3386688" y="1154273"/>
                  </a:lnTo>
                  <a:lnTo>
                    <a:pt x="3413684" y="1107650"/>
                  </a:lnTo>
                  <a:lnTo>
                    <a:pt x="3427575" y="1055900"/>
                  </a:lnTo>
                  <a:lnTo>
                    <a:pt x="3427606" y="1055745"/>
                  </a:lnTo>
                  <a:lnTo>
                    <a:pt x="3429355" y="1028877"/>
                  </a:lnTo>
                  <a:lnTo>
                    <a:pt x="3429331" y="205917"/>
                  </a:lnTo>
                  <a:lnTo>
                    <a:pt x="3427556" y="179250"/>
                  </a:lnTo>
                  <a:lnTo>
                    <a:pt x="3413560" y="127501"/>
                  </a:lnTo>
                  <a:lnTo>
                    <a:pt x="3386688" y="80877"/>
                  </a:lnTo>
                  <a:lnTo>
                    <a:pt x="3348833" y="43023"/>
                  </a:lnTo>
                  <a:lnTo>
                    <a:pt x="3302158" y="16000"/>
                  </a:lnTo>
                  <a:lnTo>
                    <a:pt x="3250305" y="2105"/>
                  </a:lnTo>
                  <a:lnTo>
                    <a:pt x="3223437" y="355"/>
                  </a:lnTo>
                  <a:lnTo>
                    <a:pt x="206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31164" y="370296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5" h="1235075">
                  <a:moveTo>
                    <a:pt x="355" y="205917"/>
                  </a:moveTo>
                  <a:lnTo>
                    <a:pt x="2105" y="179045"/>
                  </a:lnTo>
                  <a:lnTo>
                    <a:pt x="7331" y="152680"/>
                  </a:lnTo>
                  <a:lnTo>
                    <a:pt x="28079" y="102958"/>
                  </a:lnTo>
                  <a:lnTo>
                    <a:pt x="60701" y="60344"/>
                  </a:lnTo>
                  <a:lnTo>
                    <a:pt x="103314" y="27711"/>
                  </a:lnTo>
                  <a:lnTo>
                    <a:pt x="152903" y="7107"/>
                  </a:lnTo>
                  <a:lnTo>
                    <a:pt x="206273" y="0"/>
                  </a:lnTo>
                  <a:lnTo>
                    <a:pt x="3223437" y="355"/>
                  </a:lnTo>
                  <a:lnTo>
                    <a:pt x="3276669" y="7331"/>
                  </a:lnTo>
                  <a:lnTo>
                    <a:pt x="3326396" y="28079"/>
                  </a:lnTo>
                  <a:lnTo>
                    <a:pt x="3369009" y="60701"/>
                  </a:lnTo>
                  <a:lnTo>
                    <a:pt x="3401631" y="103314"/>
                  </a:lnTo>
                  <a:lnTo>
                    <a:pt x="3422246" y="152903"/>
                  </a:lnTo>
                  <a:lnTo>
                    <a:pt x="3429355" y="206273"/>
                  </a:lnTo>
                  <a:lnTo>
                    <a:pt x="3429355" y="1028877"/>
                  </a:lnTo>
                  <a:lnTo>
                    <a:pt x="3427606" y="1055745"/>
                  </a:lnTo>
                  <a:lnTo>
                    <a:pt x="3422380" y="1082109"/>
                  </a:lnTo>
                  <a:lnTo>
                    <a:pt x="3401631" y="1131836"/>
                  </a:lnTo>
                  <a:lnTo>
                    <a:pt x="3369009" y="1174449"/>
                  </a:lnTo>
                  <a:lnTo>
                    <a:pt x="3326396" y="1207071"/>
                  </a:lnTo>
                  <a:lnTo>
                    <a:pt x="3276807" y="1227686"/>
                  </a:lnTo>
                  <a:lnTo>
                    <a:pt x="3223437" y="1234795"/>
                  </a:lnTo>
                  <a:lnTo>
                    <a:pt x="205917" y="1234795"/>
                  </a:lnTo>
                  <a:lnTo>
                    <a:pt x="152680" y="1227820"/>
                  </a:lnTo>
                  <a:lnTo>
                    <a:pt x="102958" y="1207071"/>
                  </a:lnTo>
                  <a:lnTo>
                    <a:pt x="60344" y="1174449"/>
                  </a:lnTo>
                  <a:lnTo>
                    <a:pt x="27711" y="1131836"/>
                  </a:lnTo>
                  <a:lnTo>
                    <a:pt x="7107" y="1082247"/>
                  </a:lnTo>
                  <a:lnTo>
                    <a:pt x="0" y="1028877"/>
                  </a:lnTo>
                  <a:lnTo>
                    <a:pt x="355" y="205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6523" y="3681704"/>
              <a:ext cx="152996" cy="132300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31164" y="370331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6371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29" y="1234084"/>
                  </a:lnTo>
                  <a:lnTo>
                    <a:pt x="63715" y="12340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31164" y="370331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32029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34084"/>
                  </a:lnTo>
                  <a:lnTo>
                    <a:pt x="32029" y="1234084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956055" y="3873144"/>
            <a:ext cx="2468245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85" dirty="0">
                <a:solidFill>
                  <a:srgbClr val="122A49"/>
                </a:solidFill>
                <a:latin typeface="Arial Black"/>
                <a:cs typeface="Arial Black"/>
              </a:rPr>
              <a:t>AI</a:t>
            </a:r>
            <a:r>
              <a:rPr sz="1600" spc="-12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service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Gemini-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based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report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assistance (reported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project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direction).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344123" y="3681336"/>
            <a:ext cx="3519170" cy="1323975"/>
            <a:chOff x="4344123" y="3681336"/>
            <a:chExt cx="3519170" cy="1323975"/>
          </a:xfrm>
        </p:grpSpPr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44123" y="3681336"/>
              <a:ext cx="3518636" cy="1323746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4388764" y="370296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4" h="1235075">
                  <a:moveTo>
                    <a:pt x="206273" y="0"/>
                  </a:moveTo>
                  <a:lnTo>
                    <a:pt x="152903" y="7107"/>
                  </a:lnTo>
                  <a:lnTo>
                    <a:pt x="103314" y="27711"/>
                  </a:lnTo>
                  <a:lnTo>
                    <a:pt x="60701" y="60344"/>
                  </a:lnTo>
                  <a:lnTo>
                    <a:pt x="28079" y="102958"/>
                  </a:lnTo>
                  <a:lnTo>
                    <a:pt x="7331" y="152680"/>
                  </a:lnTo>
                  <a:lnTo>
                    <a:pt x="355" y="205917"/>
                  </a:lnTo>
                  <a:lnTo>
                    <a:pt x="0" y="1028877"/>
                  </a:lnTo>
                  <a:lnTo>
                    <a:pt x="1788" y="1055745"/>
                  </a:lnTo>
                  <a:lnTo>
                    <a:pt x="15789" y="1107650"/>
                  </a:lnTo>
                  <a:lnTo>
                    <a:pt x="42662" y="1154273"/>
                  </a:lnTo>
                  <a:lnTo>
                    <a:pt x="80521" y="1192128"/>
                  </a:lnTo>
                  <a:lnTo>
                    <a:pt x="127195" y="1219150"/>
                  </a:lnTo>
                  <a:lnTo>
                    <a:pt x="179045" y="1233046"/>
                  </a:lnTo>
                  <a:lnTo>
                    <a:pt x="205917" y="1234795"/>
                  </a:lnTo>
                  <a:lnTo>
                    <a:pt x="3223437" y="1234795"/>
                  </a:lnTo>
                  <a:lnTo>
                    <a:pt x="3249709" y="1233046"/>
                  </a:lnTo>
                  <a:lnTo>
                    <a:pt x="3250212" y="1233046"/>
                  </a:lnTo>
                  <a:lnTo>
                    <a:pt x="3302210" y="1219000"/>
                  </a:lnTo>
                  <a:lnTo>
                    <a:pt x="3348833" y="1192128"/>
                  </a:lnTo>
                  <a:lnTo>
                    <a:pt x="3386688" y="1154273"/>
                  </a:lnTo>
                  <a:lnTo>
                    <a:pt x="3413684" y="1107650"/>
                  </a:lnTo>
                  <a:lnTo>
                    <a:pt x="3427575" y="1055900"/>
                  </a:lnTo>
                  <a:lnTo>
                    <a:pt x="3427606" y="1055745"/>
                  </a:lnTo>
                  <a:lnTo>
                    <a:pt x="3429355" y="1028877"/>
                  </a:lnTo>
                  <a:lnTo>
                    <a:pt x="3429331" y="205917"/>
                  </a:lnTo>
                  <a:lnTo>
                    <a:pt x="3427556" y="179250"/>
                  </a:lnTo>
                  <a:lnTo>
                    <a:pt x="3413560" y="127501"/>
                  </a:lnTo>
                  <a:lnTo>
                    <a:pt x="3386688" y="80877"/>
                  </a:lnTo>
                  <a:lnTo>
                    <a:pt x="3348833" y="43023"/>
                  </a:lnTo>
                  <a:lnTo>
                    <a:pt x="3302158" y="16000"/>
                  </a:lnTo>
                  <a:lnTo>
                    <a:pt x="3250305" y="2105"/>
                  </a:lnTo>
                  <a:lnTo>
                    <a:pt x="3223437" y="355"/>
                  </a:lnTo>
                  <a:lnTo>
                    <a:pt x="206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388764" y="370296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4" h="1235075">
                  <a:moveTo>
                    <a:pt x="355" y="205917"/>
                  </a:moveTo>
                  <a:lnTo>
                    <a:pt x="2105" y="179045"/>
                  </a:lnTo>
                  <a:lnTo>
                    <a:pt x="7331" y="152680"/>
                  </a:lnTo>
                  <a:lnTo>
                    <a:pt x="28079" y="102958"/>
                  </a:lnTo>
                  <a:lnTo>
                    <a:pt x="60701" y="60344"/>
                  </a:lnTo>
                  <a:lnTo>
                    <a:pt x="103314" y="27711"/>
                  </a:lnTo>
                  <a:lnTo>
                    <a:pt x="152903" y="7107"/>
                  </a:lnTo>
                  <a:lnTo>
                    <a:pt x="206273" y="0"/>
                  </a:lnTo>
                  <a:lnTo>
                    <a:pt x="3223437" y="355"/>
                  </a:lnTo>
                  <a:lnTo>
                    <a:pt x="3276669" y="7331"/>
                  </a:lnTo>
                  <a:lnTo>
                    <a:pt x="3326396" y="28079"/>
                  </a:lnTo>
                  <a:lnTo>
                    <a:pt x="3369009" y="60701"/>
                  </a:lnTo>
                  <a:lnTo>
                    <a:pt x="3401631" y="103314"/>
                  </a:lnTo>
                  <a:lnTo>
                    <a:pt x="3422246" y="152903"/>
                  </a:lnTo>
                  <a:lnTo>
                    <a:pt x="3429355" y="206273"/>
                  </a:lnTo>
                  <a:lnTo>
                    <a:pt x="3429355" y="1028877"/>
                  </a:lnTo>
                  <a:lnTo>
                    <a:pt x="3427606" y="1055745"/>
                  </a:lnTo>
                  <a:lnTo>
                    <a:pt x="3422380" y="1082109"/>
                  </a:lnTo>
                  <a:lnTo>
                    <a:pt x="3401631" y="1131836"/>
                  </a:lnTo>
                  <a:lnTo>
                    <a:pt x="3369009" y="1174449"/>
                  </a:lnTo>
                  <a:lnTo>
                    <a:pt x="3326396" y="1207071"/>
                  </a:lnTo>
                  <a:lnTo>
                    <a:pt x="3276807" y="1227686"/>
                  </a:lnTo>
                  <a:lnTo>
                    <a:pt x="3223437" y="1234795"/>
                  </a:lnTo>
                  <a:lnTo>
                    <a:pt x="205917" y="1234795"/>
                  </a:lnTo>
                  <a:lnTo>
                    <a:pt x="152680" y="1227820"/>
                  </a:lnTo>
                  <a:lnTo>
                    <a:pt x="102958" y="1207071"/>
                  </a:lnTo>
                  <a:lnTo>
                    <a:pt x="60344" y="1174449"/>
                  </a:lnTo>
                  <a:lnTo>
                    <a:pt x="27711" y="1131836"/>
                  </a:lnTo>
                  <a:lnTo>
                    <a:pt x="7107" y="1082247"/>
                  </a:lnTo>
                  <a:lnTo>
                    <a:pt x="0" y="1028877"/>
                  </a:lnTo>
                  <a:lnTo>
                    <a:pt x="355" y="205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44123" y="3681704"/>
              <a:ext cx="152996" cy="132300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4388764" y="370331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6371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29" y="1234084"/>
                  </a:lnTo>
                  <a:lnTo>
                    <a:pt x="63715" y="12340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388764" y="370331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32029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34084"/>
                  </a:lnTo>
                  <a:lnTo>
                    <a:pt x="32029" y="1234084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613655" y="3873144"/>
            <a:ext cx="2880995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14" dirty="0">
                <a:solidFill>
                  <a:srgbClr val="122A49"/>
                </a:solidFill>
                <a:latin typeface="Arial Black"/>
                <a:cs typeface="Arial Black"/>
              </a:rPr>
              <a:t>File</a:t>
            </a:r>
            <a:r>
              <a:rPr sz="1600" spc="-10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storage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Firebase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Storage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or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other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configured storage;</a:t>
            </a:r>
            <a:r>
              <a:rPr sz="13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confirm</a:t>
            </a:r>
            <a:r>
              <a:rPr sz="13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active</a:t>
            </a:r>
            <a:r>
              <a:rPr sz="13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path.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8001723" y="3681336"/>
            <a:ext cx="3519170" cy="1323975"/>
            <a:chOff x="8001723" y="3681336"/>
            <a:chExt cx="3519170" cy="1323975"/>
          </a:xfrm>
        </p:grpSpPr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01723" y="3681336"/>
              <a:ext cx="3518636" cy="1323746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8046364" y="370296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4" h="1235075">
                  <a:moveTo>
                    <a:pt x="206273" y="0"/>
                  </a:moveTo>
                  <a:lnTo>
                    <a:pt x="152903" y="7107"/>
                  </a:lnTo>
                  <a:lnTo>
                    <a:pt x="103314" y="27711"/>
                  </a:lnTo>
                  <a:lnTo>
                    <a:pt x="60701" y="60344"/>
                  </a:lnTo>
                  <a:lnTo>
                    <a:pt x="28079" y="102958"/>
                  </a:lnTo>
                  <a:lnTo>
                    <a:pt x="7331" y="152680"/>
                  </a:lnTo>
                  <a:lnTo>
                    <a:pt x="355" y="205917"/>
                  </a:lnTo>
                  <a:lnTo>
                    <a:pt x="0" y="1028877"/>
                  </a:lnTo>
                  <a:lnTo>
                    <a:pt x="1788" y="1055745"/>
                  </a:lnTo>
                  <a:lnTo>
                    <a:pt x="1799" y="1055900"/>
                  </a:lnTo>
                  <a:lnTo>
                    <a:pt x="15789" y="1107650"/>
                  </a:lnTo>
                  <a:lnTo>
                    <a:pt x="42662" y="1154273"/>
                  </a:lnTo>
                  <a:lnTo>
                    <a:pt x="80521" y="1192128"/>
                  </a:lnTo>
                  <a:lnTo>
                    <a:pt x="127195" y="1219150"/>
                  </a:lnTo>
                  <a:lnTo>
                    <a:pt x="179045" y="1233046"/>
                  </a:lnTo>
                  <a:lnTo>
                    <a:pt x="205917" y="1234795"/>
                  </a:lnTo>
                  <a:lnTo>
                    <a:pt x="3223437" y="1234795"/>
                  </a:lnTo>
                  <a:lnTo>
                    <a:pt x="3249709" y="1233046"/>
                  </a:lnTo>
                  <a:lnTo>
                    <a:pt x="3250212" y="1233046"/>
                  </a:lnTo>
                  <a:lnTo>
                    <a:pt x="3302210" y="1219000"/>
                  </a:lnTo>
                  <a:lnTo>
                    <a:pt x="3348833" y="1192128"/>
                  </a:lnTo>
                  <a:lnTo>
                    <a:pt x="3386688" y="1154273"/>
                  </a:lnTo>
                  <a:lnTo>
                    <a:pt x="3413684" y="1107650"/>
                  </a:lnTo>
                  <a:lnTo>
                    <a:pt x="3427575" y="1055900"/>
                  </a:lnTo>
                  <a:lnTo>
                    <a:pt x="3427606" y="1055745"/>
                  </a:lnTo>
                  <a:lnTo>
                    <a:pt x="3429355" y="1028877"/>
                  </a:lnTo>
                  <a:lnTo>
                    <a:pt x="3429331" y="205917"/>
                  </a:lnTo>
                  <a:lnTo>
                    <a:pt x="3427556" y="179250"/>
                  </a:lnTo>
                  <a:lnTo>
                    <a:pt x="3413560" y="127501"/>
                  </a:lnTo>
                  <a:lnTo>
                    <a:pt x="3386688" y="80877"/>
                  </a:lnTo>
                  <a:lnTo>
                    <a:pt x="3348833" y="43023"/>
                  </a:lnTo>
                  <a:lnTo>
                    <a:pt x="3302158" y="16000"/>
                  </a:lnTo>
                  <a:lnTo>
                    <a:pt x="3250305" y="2105"/>
                  </a:lnTo>
                  <a:lnTo>
                    <a:pt x="3223437" y="355"/>
                  </a:lnTo>
                  <a:lnTo>
                    <a:pt x="206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046364" y="370296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4" h="1235075">
                  <a:moveTo>
                    <a:pt x="355" y="205917"/>
                  </a:moveTo>
                  <a:lnTo>
                    <a:pt x="2105" y="179045"/>
                  </a:lnTo>
                  <a:lnTo>
                    <a:pt x="7331" y="152680"/>
                  </a:lnTo>
                  <a:lnTo>
                    <a:pt x="28079" y="102958"/>
                  </a:lnTo>
                  <a:lnTo>
                    <a:pt x="60701" y="60344"/>
                  </a:lnTo>
                  <a:lnTo>
                    <a:pt x="103314" y="27711"/>
                  </a:lnTo>
                  <a:lnTo>
                    <a:pt x="152903" y="7107"/>
                  </a:lnTo>
                  <a:lnTo>
                    <a:pt x="206273" y="0"/>
                  </a:lnTo>
                  <a:lnTo>
                    <a:pt x="3223437" y="355"/>
                  </a:lnTo>
                  <a:lnTo>
                    <a:pt x="3276669" y="7331"/>
                  </a:lnTo>
                  <a:lnTo>
                    <a:pt x="3326396" y="28079"/>
                  </a:lnTo>
                  <a:lnTo>
                    <a:pt x="3369009" y="60701"/>
                  </a:lnTo>
                  <a:lnTo>
                    <a:pt x="3401631" y="103314"/>
                  </a:lnTo>
                  <a:lnTo>
                    <a:pt x="3422246" y="152903"/>
                  </a:lnTo>
                  <a:lnTo>
                    <a:pt x="3429355" y="206273"/>
                  </a:lnTo>
                  <a:lnTo>
                    <a:pt x="3429355" y="1028877"/>
                  </a:lnTo>
                  <a:lnTo>
                    <a:pt x="3427606" y="1055745"/>
                  </a:lnTo>
                  <a:lnTo>
                    <a:pt x="3422380" y="1082109"/>
                  </a:lnTo>
                  <a:lnTo>
                    <a:pt x="3401631" y="1131836"/>
                  </a:lnTo>
                  <a:lnTo>
                    <a:pt x="3369009" y="1174449"/>
                  </a:lnTo>
                  <a:lnTo>
                    <a:pt x="3326396" y="1207071"/>
                  </a:lnTo>
                  <a:lnTo>
                    <a:pt x="3276807" y="1227686"/>
                  </a:lnTo>
                  <a:lnTo>
                    <a:pt x="3223437" y="1234795"/>
                  </a:lnTo>
                  <a:lnTo>
                    <a:pt x="205917" y="1234795"/>
                  </a:lnTo>
                  <a:lnTo>
                    <a:pt x="152680" y="1227820"/>
                  </a:lnTo>
                  <a:lnTo>
                    <a:pt x="102958" y="1207071"/>
                  </a:lnTo>
                  <a:lnTo>
                    <a:pt x="60344" y="1174449"/>
                  </a:lnTo>
                  <a:lnTo>
                    <a:pt x="27711" y="1131836"/>
                  </a:lnTo>
                  <a:lnTo>
                    <a:pt x="7107" y="1082247"/>
                  </a:lnTo>
                  <a:lnTo>
                    <a:pt x="0" y="1028877"/>
                  </a:lnTo>
                  <a:lnTo>
                    <a:pt x="355" y="205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01723" y="3681704"/>
              <a:ext cx="152996" cy="132300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8046364" y="370331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6371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29" y="1234084"/>
                  </a:lnTo>
                  <a:lnTo>
                    <a:pt x="63715" y="12340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DB8B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046364" y="370331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32029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34084"/>
                  </a:lnTo>
                  <a:lnTo>
                    <a:pt x="32029" y="1234084"/>
                  </a:lnTo>
                  <a:close/>
                </a:path>
              </a:pathLst>
            </a:custGeom>
            <a:ln w="9359">
              <a:solidFill>
                <a:srgbClr val="DB8B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8271256" y="3873144"/>
            <a:ext cx="2691765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70" dirty="0">
                <a:solidFill>
                  <a:srgbClr val="122A49"/>
                </a:solidFill>
                <a:latin typeface="Arial Black"/>
                <a:cs typeface="Arial Black"/>
              </a:rPr>
              <a:t>Mobile</a:t>
            </a:r>
            <a:r>
              <a:rPr sz="1600" spc="-10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client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React</a:t>
            </a:r>
            <a:r>
              <a:rPr sz="13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Native</a:t>
            </a:r>
            <a:r>
              <a:rPr sz="13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is</a:t>
            </a:r>
            <a:r>
              <a:rPr sz="13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the</a:t>
            </a:r>
            <a:r>
              <a:rPr sz="13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latest</a:t>
            </a:r>
            <a:r>
              <a:rPr sz="13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direction; completion</a:t>
            </a:r>
            <a:r>
              <a:rPr sz="13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not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verified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here.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525219" y="5409615"/>
            <a:ext cx="91871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7160" marR="5080" indent="-3935095">
              <a:lnSpc>
                <a:spcPct val="100000"/>
              </a:lnSpc>
              <a:spcBef>
                <a:spcPts val="100"/>
              </a:spcBef>
            </a:pPr>
            <a:r>
              <a:rPr sz="1400" spc="-95" dirty="0">
                <a:solidFill>
                  <a:srgbClr val="122A49"/>
                </a:solidFill>
                <a:latin typeface="Arial Black"/>
                <a:cs typeface="Arial Black"/>
              </a:rPr>
              <a:t>Security</a:t>
            </a:r>
            <a:r>
              <a:rPr sz="1400" spc="-7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400" spc="-70" dirty="0">
                <a:solidFill>
                  <a:srgbClr val="122A49"/>
                </a:solidFill>
                <a:latin typeface="Arial Black"/>
                <a:cs typeface="Arial Black"/>
              </a:rPr>
              <a:t>boundaries: </a:t>
            </a:r>
            <a:r>
              <a:rPr sz="1400" spc="-60" dirty="0">
                <a:solidFill>
                  <a:srgbClr val="122A49"/>
                </a:solidFill>
                <a:latin typeface="Arial Black"/>
                <a:cs typeface="Arial Black"/>
              </a:rPr>
              <a:t>authentication</a:t>
            </a:r>
            <a:r>
              <a:rPr sz="1400" spc="-2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400" b="1" spc="-245" dirty="0">
                <a:solidFill>
                  <a:srgbClr val="122A49"/>
                </a:solidFill>
                <a:latin typeface="Arial Narrow"/>
                <a:cs typeface="Arial Narrow"/>
              </a:rPr>
              <a:t>→</a:t>
            </a:r>
            <a:r>
              <a:rPr sz="1400" b="1" spc="35" dirty="0">
                <a:solidFill>
                  <a:srgbClr val="122A49"/>
                </a:solidFill>
                <a:latin typeface="Arial Narrow"/>
                <a:cs typeface="Arial Narrow"/>
              </a:rPr>
              <a:t> </a:t>
            </a:r>
            <a:r>
              <a:rPr sz="1400" spc="-50" dirty="0">
                <a:solidFill>
                  <a:srgbClr val="122A49"/>
                </a:solidFill>
                <a:latin typeface="Arial Black"/>
                <a:cs typeface="Arial Black"/>
              </a:rPr>
              <a:t>authorization</a:t>
            </a:r>
            <a:r>
              <a:rPr sz="1400" spc="-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400" b="1" spc="-245" dirty="0">
                <a:solidFill>
                  <a:srgbClr val="122A49"/>
                </a:solidFill>
                <a:latin typeface="Arial Narrow"/>
                <a:cs typeface="Arial Narrow"/>
              </a:rPr>
              <a:t>→</a:t>
            </a:r>
            <a:r>
              <a:rPr sz="1400" b="1" spc="15" dirty="0">
                <a:solidFill>
                  <a:srgbClr val="122A49"/>
                </a:solidFill>
                <a:latin typeface="Arial Narrow"/>
                <a:cs typeface="Arial Narrow"/>
              </a:rPr>
              <a:t> </a:t>
            </a:r>
            <a:r>
              <a:rPr sz="1400" spc="-55" dirty="0">
                <a:solidFill>
                  <a:srgbClr val="122A49"/>
                </a:solidFill>
                <a:latin typeface="Arial Black"/>
                <a:cs typeface="Arial Black"/>
              </a:rPr>
              <a:t>validation</a:t>
            </a:r>
            <a:r>
              <a:rPr sz="1400" spc="1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400" b="1" spc="-245" dirty="0">
                <a:solidFill>
                  <a:srgbClr val="122A49"/>
                </a:solidFill>
                <a:latin typeface="Arial Narrow"/>
                <a:cs typeface="Arial Narrow"/>
              </a:rPr>
              <a:t>→</a:t>
            </a:r>
            <a:r>
              <a:rPr sz="1400" b="1" spc="-5" dirty="0">
                <a:solidFill>
                  <a:srgbClr val="122A49"/>
                </a:solidFill>
                <a:latin typeface="Arial Narrow"/>
                <a:cs typeface="Arial Narrow"/>
              </a:rPr>
              <a:t> </a:t>
            </a:r>
            <a:r>
              <a:rPr sz="1400" spc="-75" dirty="0">
                <a:solidFill>
                  <a:srgbClr val="122A49"/>
                </a:solidFill>
                <a:latin typeface="Arial Black"/>
                <a:cs typeface="Arial Black"/>
              </a:rPr>
              <a:t>data</a:t>
            </a:r>
            <a:r>
              <a:rPr sz="1400" spc="-7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400" spc="-170" dirty="0">
                <a:solidFill>
                  <a:srgbClr val="122A49"/>
                </a:solidFill>
                <a:latin typeface="Arial Black"/>
                <a:cs typeface="Arial Black"/>
              </a:rPr>
              <a:t>access</a:t>
            </a:r>
            <a:r>
              <a:rPr sz="1400" spc="3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400" b="1" spc="-245" dirty="0">
                <a:solidFill>
                  <a:srgbClr val="122A49"/>
                </a:solidFill>
                <a:latin typeface="Arial Narrow"/>
                <a:cs typeface="Arial Narrow"/>
              </a:rPr>
              <a:t>→</a:t>
            </a:r>
            <a:r>
              <a:rPr sz="1400" b="1" spc="-25" dirty="0">
                <a:solidFill>
                  <a:srgbClr val="122A49"/>
                </a:solidFill>
                <a:latin typeface="Arial Narrow"/>
                <a:cs typeface="Arial Narrow"/>
              </a:rPr>
              <a:t> </a:t>
            </a:r>
            <a:r>
              <a:rPr sz="1400" spc="-35" dirty="0">
                <a:solidFill>
                  <a:srgbClr val="122A49"/>
                </a:solidFill>
                <a:latin typeface="Arial Black"/>
                <a:cs typeface="Arial Black"/>
              </a:rPr>
              <a:t>audit/monitoring</a:t>
            </a:r>
            <a:r>
              <a:rPr sz="1400" spc="-7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400" spc="-25" dirty="0">
                <a:solidFill>
                  <a:srgbClr val="122A49"/>
                </a:solidFill>
                <a:latin typeface="Arial Black"/>
                <a:cs typeface="Arial Black"/>
              </a:rPr>
              <a:t>(as </a:t>
            </a:r>
            <a:r>
              <a:rPr sz="1400" spc="-10" dirty="0">
                <a:solidFill>
                  <a:srgbClr val="122A49"/>
                </a:solidFill>
                <a:latin typeface="Arial Black"/>
                <a:cs typeface="Arial Black"/>
              </a:rPr>
              <a:t>implemented).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73" name="object 7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0" dirty="0"/>
              <a:t>Core</a:t>
            </a:r>
            <a:r>
              <a:rPr spc="-175" dirty="0"/>
              <a:t> </a:t>
            </a:r>
            <a:r>
              <a:rPr spc="-150" dirty="0"/>
              <a:t>Functional</a:t>
            </a:r>
            <a:r>
              <a:rPr spc="-175" dirty="0"/>
              <a:t> </a:t>
            </a:r>
            <a:r>
              <a:rPr spc="-105" dirty="0"/>
              <a:t>Modules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5635" y="819353"/>
            <a:ext cx="747395" cy="139065"/>
            <a:chOff x="485635" y="819353"/>
            <a:chExt cx="747395" cy="139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635" y="819353"/>
              <a:ext cx="747356" cy="138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658088" y="0"/>
                  </a:moveTo>
                  <a:lnTo>
                    <a:pt x="0" y="0"/>
                  </a:lnTo>
                  <a:lnTo>
                    <a:pt x="0" y="50037"/>
                  </a:lnTo>
                  <a:lnTo>
                    <a:pt x="329044" y="50037"/>
                  </a:lnTo>
                  <a:lnTo>
                    <a:pt x="658088" y="50037"/>
                  </a:lnTo>
                  <a:lnTo>
                    <a:pt x="658088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329044" y="50037"/>
                  </a:moveTo>
                  <a:lnTo>
                    <a:pt x="0" y="50037"/>
                  </a:lnTo>
                  <a:lnTo>
                    <a:pt x="0" y="0"/>
                  </a:lnTo>
                  <a:lnTo>
                    <a:pt x="658088" y="0"/>
                  </a:lnTo>
                  <a:lnTo>
                    <a:pt x="658088" y="50037"/>
                  </a:lnTo>
                  <a:lnTo>
                    <a:pt x="329044" y="50037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85900" y="818908"/>
            <a:ext cx="41541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Module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list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is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not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a</a:t>
            </a:r>
            <a:r>
              <a:rPr sz="1000" spc="-2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claim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that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every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workflow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is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fully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database-backed</a:t>
            </a:r>
            <a:endParaRPr sz="1000">
              <a:latin typeface="Noto Sans"/>
              <a:cs typeface="Noto San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48995" y="1148384"/>
            <a:ext cx="2741930" cy="1296670"/>
            <a:chOff x="548995" y="1148384"/>
            <a:chExt cx="2741930" cy="129667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995" y="1148384"/>
              <a:ext cx="2741396" cy="129637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3636" y="1170000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201599" y="0"/>
                  </a:moveTo>
                  <a:lnTo>
                    <a:pt x="149447" y="6884"/>
                  </a:lnTo>
                  <a:lnTo>
                    <a:pt x="100799" y="27000"/>
                  </a:lnTo>
                  <a:lnTo>
                    <a:pt x="59226" y="59042"/>
                  </a:lnTo>
                  <a:lnTo>
                    <a:pt x="27368" y="100799"/>
                  </a:lnTo>
                  <a:lnTo>
                    <a:pt x="7253" y="149264"/>
                  </a:lnTo>
                  <a:lnTo>
                    <a:pt x="368" y="201244"/>
                  </a:lnTo>
                  <a:lnTo>
                    <a:pt x="0" y="1006195"/>
                  </a:lnTo>
                  <a:lnTo>
                    <a:pt x="1738" y="1032527"/>
                  </a:lnTo>
                  <a:lnTo>
                    <a:pt x="6849" y="1058175"/>
                  </a:lnTo>
                  <a:lnTo>
                    <a:pt x="6884" y="1058352"/>
                  </a:lnTo>
                  <a:lnTo>
                    <a:pt x="15237" y="1082999"/>
                  </a:lnTo>
                  <a:lnTo>
                    <a:pt x="15339" y="1083299"/>
                  </a:lnTo>
                  <a:lnTo>
                    <a:pt x="41671" y="1128902"/>
                  </a:lnTo>
                  <a:lnTo>
                    <a:pt x="78842" y="1165826"/>
                  </a:lnTo>
                  <a:lnTo>
                    <a:pt x="124445" y="1192100"/>
                  </a:lnTo>
                  <a:lnTo>
                    <a:pt x="174969" y="1205701"/>
                  </a:lnTo>
                  <a:lnTo>
                    <a:pt x="201244" y="1207439"/>
                  </a:lnTo>
                  <a:lnTo>
                    <a:pt x="2450884" y="1207439"/>
                  </a:lnTo>
                  <a:lnTo>
                    <a:pt x="2503041" y="1200554"/>
                  </a:lnTo>
                  <a:lnTo>
                    <a:pt x="2551684" y="1180439"/>
                  </a:lnTo>
                  <a:lnTo>
                    <a:pt x="2593263" y="1148397"/>
                  </a:lnTo>
                  <a:lnTo>
                    <a:pt x="2625128" y="1106639"/>
                  </a:lnTo>
                  <a:lnTo>
                    <a:pt x="2645182" y="1058352"/>
                  </a:lnTo>
                  <a:lnTo>
                    <a:pt x="2645243" y="1058175"/>
                  </a:lnTo>
                  <a:lnTo>
                    <a:pt x="2650379" y="1032527"/>
                  </a:lnTo>
                  <a:lnTo>
                    <a:pt x="2652128" y="1006195"/>
                  </a:lnTo>
                  <a:lnTo>
                    <a:pt x="2652104" y="201244"/>
                  </a:lnTo>
                  <a:lnTo>
                    <a:pt x="2645243" y="149442"/>
                  </a:lnTo>
                  <a:lnTo>
                    <a:pt x="2625128" y="100799"/>
                  </a:lnTo>
                  <a:lnTo>
                    <a:pt x="2593086" y="59220"/>
                  </a:lnTo>
                  <a:lnTo>
                    <a:pt x="2551328" y="27355"/>
                  </a:lnTo>
                  <a:lnTo>
                    <a:pt x="2502858" y="7240"/>
                  </a:lnTo>
                  <a:lnTo>
                    <a:pt x="2450884" y="355"/>
                  </a:lnTo>
                  <a:lnTo>
                    <a:pt x="201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3636" y="1170000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368" y="201244"/>
                  </a:moveTo>
                  <a:lnTo>
                    <a:pt x="2106" y="174968"/>
                  </a:lnTo>
                  <a:lnTo>
                    <a:pt x="7253" y="149264"/>
                  </a:lnTo>
                  <a:lnTo>
                    <a:pt x="27368" y="100799"/>
                  </a:lnTo>
                  <a:lnTo>
                    <a:pt x="59226" y="59042"/>
                  </a:lnTo>
                  <a:lnTo>
                    <a:pt x="100799" y="27000"/>
                  </a:lnTo>
                  <a:lnTo>
                    <a:pt x="149447" y="6884"/>
                  </a:lnTo>
                  <a:lnTo>
                    <a:pt x="201599" y="0"/>
                  </a:lnTo>
                  <a:lnTo>
                    <a:pt x="2450884" y="355"/>
                  </a:lnTo>
                  <a:lnTo>
                    <a:pt x="2502858" y="7240"/>
                  </a:lnTo>
                  <a:lnTo>
                    <a:pt x="2551328" y="27355"/>
                  </a:lnTo>
                  <a:lnTo>
                    <a:pt x="2593086" y="59220"/>
                  </a:lnTo>
                  <a:lnTo>
                    <a:pt x="2625128" y="100799"/>
                  </a:lnTo>
                  <a:lnTo>
                    <a:pt x="2645243" y="149442"/>
                  </a:lnTo>
                  <a:lnTo>
                    <a:pt x="2652128" y="201599"/>
                  </a:lnTo>
                  <a:lnTo>
                    <a:pt x="2652128" y="1006195"/>
                  </a:lnTo>
                  <a:lnTo>
                    <a:pt x="2650390" y="1032471"/>
                  </a:lnTo>
                  <a:lnTo>
                    <a:pt x="2645243" y="1058175"/>
                  </a:lnTo>
                  <a:lnTo>
                    <a:pt x="2625128" y="1106639"/>
                  </a:lnTo>
                  <a:lnTo>
                    <a:pt x="2593263" y="1148397"/>
                  </a:lnTo>
                  <a:lnTo>
                    <a:pt x="2551684" y="1180439"/>
                  </a:lnTo>
                  <a:lnTo>
                    <a:pt x="2503041" y="1200554"/>
                  </a:lnTo>
                  <a:lnTo>
                    <a:pt x="2450884" y="1207439"/>
                  </a:lnTo>
                  <a:lnTo>
                    <a:pt x="201244" y="1207439"/>
                  </a:lnTo>
                  <a:lnTo>
                    <a:pt x="149269" y="1200554"/>
                  </a:lnTo>
                  <a:lnTo>
                    <a:pt x="100799" y="1180439"/>
                  </a:lnTo>
                  <a:lnTo>
                    <a:pt x="59042" y="1148580"/>
                  </a:lnTo>
                  <a:lnTo>
                    <a:pt x="27000" y="1106995"/>
                  </a:lnTo>
                  <a:lnTo>
                    <a:pt x="6884" y="1058352"/>
                  </a:lnTo>
                  <a:lnTo>
                    <a:pt x="0" y="1006195"/>
                  </a:lnTo>
                  <a:lnTo>
                    <a:pt x="368" y="201244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363" y="1148740"/>
              <a:ext cx="152996" cy="129565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4004" y="1170355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4" h="1207135">
                  <a:moveTo>
                    <a:pt x="63715" y="0"/>
                  </a:moveTo>
                  <a:lnTo>
                    <a:pt x="0" y="0"/>
                  </a:lnTo>
                  <a:lnTo>
                    <a:pt x="0" y="1206728"/>
                  </a:lnTo>
                  <a:lnTo>
                    <a:pt x="32029" y="1206728"/>
                  </a:lnTo>
                  <a:lnTo>
                    <a:pt x="63715" y="1206728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4004" y="1170355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4" h="1207135">
                  <a:moveTo>
                    <a:pt x="32029" y="1206728"/>
                  </a:moveTo>
                  <a:lnTo>
                    <a:pt x="0" y="1206728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06728"/>
                  </a:lnTo>
                  <a:lnTo>
                    <a:pt x="32029" y="1206728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19264" y="1340180"/>
            <a:ext cx="2105025" cy="811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5" dirty="0">
                <a:solidFill>
                  <a:srgbClr val="122A49"/>
                </a:solidFill>
                <a:latin typeface="Arial Black"/>
                <a:cs typeface="Arial Black"/>
              </a:rPr>
              <a:t>Identity</a:t>
            </a:r>
            <a:r>
              <a:rPr sz="1600" spc="-10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235" dirty="0">
                <a:solidFill>
                  <a:srgbClr val="122A49"/>
                </a:solidFill>
                <a:latin typeface="Arial Black"/>
                <a:cs typeface="Arial Black"/>
              </a:rPr>
              <a:t>&amp;</a:t>
            </a:r>
            <a:r>
              <a:rPr sz="1600" spc="-10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20" dirty="0">
                <a:solidFill>
                  <a:srgbClr val="122A49"/>
                </a:solidFill>
                <a:latin typeface="Arial Black"/>
                <a:cs typeface="Arial Black"/>
              </a:rPr>
              <a:t>access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Registration,</a:t>
            </a:r>
            <a:r>
              <a:rPr sz="1200" spc="-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login,</a:t>
            </a:r>
            <a:r>
              <a:rPr sz="1200" spc="-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protected views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456724" y="1148384"/>
            <a:ext cx="2741930" cy="1296670"/>
            <a:chOff x="3456724" y="1148384"/>
            <a:chExt cx="2741930" cy="129667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6724" y="1148384"/>
              <a:ext cx="2741396" cy="129637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01364" y="1170000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201599" y="0"/>
                  </a:moveTo>
                  <a:lnTo>
                    <a:pt x="149442" y="6884"/>
                  </a:lnTo>
                  <a:lnTo>
                    <a:pt x="100799" y="27000"/>
                  </a:lnTo>
                  <a:lnTo>
                    <a:pt x="59215" y="59042"/>
                  </a:lnTo>
                  <a:lnTo>
                    <a:pt x="27355" y="100799"/>
                  </a:lnTo>
                  <a:lnTo>
                    <a:pt x="7240" y="149264"/>
                  </a:lnTo>
                  <a:lnTo>
                    <a:pt x="355" y="201244"/>
                  </a:lnTo>
                  <a:lnTo>
                    <a:pt x="0" y="1006195"/>
                  </a:lnTo>
                  <a:lnTo>
                    <a:pt x="1738" y="1032527"/>
                  </a:lnTo>
                  <a:lnTo>
                    <a:pt x="15237" y="1082999"/>
                  </a:lnTo>
                  <a:lnTo>
                    <a:pt x="41669" y="1128902"/>
                  </a:lnTo>
                  <a:lnTo>
                    <a:pt x="78837" y="1165826"/>
                  </a:lnTo>
                  <a:lnTo>
                    <a:pt x="124437" y="1192100"/>
                  </a:lnTo>
                  <a:lnTo>
                    <a:pt x="174957" y="1205701"/>
                  </a:lnTo>
                  <a:lnTo>
                    <a:pt x="201231" y="1207439"/>
                  </a:lnTo>
                  <a:lnTo>
                    <a:pt x="2450871" y="1207439"/>
                  </a:lnTo>
                  <a:lnTo>
                    <a:pt x="2503028" y="1200554"/>
                  </a:lnTo>
                  <a:lnTo>
                    <a:pt x="2551671" y="1180439"/>
                  </a:lnTo>
                  <a:lnTo>
                    <a:pt x="2593255" y="1148397"/>
                  </a:lnTo>
                  <a:lnTo>
                    <a:pt x="2625115" y="1106639"/>
                  </a:lnTo>
                  <a:lnTo>
                    <a:pt x="2645170" y="1058352"/>
                  </a:lnTo>
                  <a:lnTo>
                    <a:pt x="2645230" y="1058175"/>
                  </a:lnTo>
                  <a:lnTo>
                    <a:pt x="2650366" y="1032527"/>
                  </a:lnTo>
                  <a:lnTo>
                    <a:pt x="2652115" y="1006195"/>
                  </a:lnTo>
                  <a:lnTo>
                    <a:pt x="2652092" y="201244"/>
                  </a:lnTo>
                  <a:lnTo>
                    <a:pt x="2645230" y="149442"/>
                  </a:lnTo>
                  <a:lnTo>
                    <a:pt x="2625115" y="100799"/>
                  </a:lnTo>
                  <a:lnTo>
                    <a:pt x="2593073" y="59220"/>
                  </a:lnTo>
                  <a:lnTo>
                    <a:pt x="2551315" y="27355"/>
                  </a:lnTo>
                  <a:lnTo>
                    <a:pt x="2502850" y="7240"/>
                  </a:lnTo>
                  <a:lnTo>
                    <a:pt x="2450871" y="355"/>
                  </a:lnTo>
                  <a:lnTo>
                    <a:pt x="201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01364" y="1170000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355" y="201244"/>
                  </a:moveTo>
                  <a:lnTo>
                    <a:pt x="2093" y="174968"/>
                  </a:lnTo>
                  <a:lnTo>
                    <a:pt x="7240" y="149264"/>
                  </a:lnTo>
                  <a:lnTo>
                    <a:pt x="27355" y="100799"/>
                  </a:lnTo>
                  <a:lnTo>
                    <a:pt x="59215" y="59042"/>
                  </a:lnTo>
                  <a:lnTo>
                    <a:pt x="100799" y="27000"/>
                  </a:lnTo>
                  <a:lnTo>
                    <a:pt x="149442" y="6884"/>
                  </a:lnTo>
                  <a:lnTo>
                    <a:pt x="201599" y="0"/>
                  </a:lnTo>
                  <a:lnTo>
                    <a:pt x="2450871" y="355"/>
                  </a:lnTo>
                  <a:lnTo>
                    <a:pt x="2502850" y="7240"/>
                  </a:lnTo>
                  <a:lnTo>
                    <a:pt x="2551315" y="27355"/>
                  </a:lnTo>
                  <a:lnTo>
                    <a:pt x="2593073" y="59220"/>
                  </a:lnTo>
                  <a:lnTo>
                    <a:pt x="2625115" y="100799"/>
                  </a:lnTo>
                  <a:lnTo>
                    <a:pt x="2645230" y="149442"/>
                  </a:lnTo>
                  <a:lnTo>
                    <a:pt x="2652115" y="201599"/>
                  </a:lnTo>
                  <a:lnTo>
                    <a:pt x="2652115" y="1006195"/>
                  </a:lnTo>
                  <a:lnTo>
                    <a:pt x="2650377" y="1032471"/>
                  </a:lnTo>
                  <a:lnTo>
                    <a:pt x="2645230" y="1058175"/>
                  </a:lnTo>
                  <a:lnTo>
                    <a:pt x="2625115" y="1106639"/>
                  </a:lnTo>
                  <a:lnTo>
                    <a:pt x="2593255" y="1148397"/>
                  </a:lnTo>
                  <a:lnTo>
                    <a:pt x="2551671" y="1180439"/>
                  </a:lnTo>
                  <a:lnTo>
                    <a:pt x="2503028" y="1200554"/>
                  </a:lnTo>
                  <a:lnTo>
                    <a:pt x="2450871" y="1207439"/>
                  </a:lnTo>
                  <a:lnTo>
                    <a:pt x="201231" y="1207439"/>
                  </a:lnTo>
                  <a:lnTo>
                    <a:pt x="149258" y="1200554"/>
                  </a:lnTo>
                  <a:lnTo>
                    <a:pt x="100799" y="1180439"/>
                  </a:lnTo>
                  <a:lnTo>
                    <a:pt x="59037" y="1148580"/>
                  </a:lnTo>
                  <a:lnTo>
                    <a:pt x="27000" y="1106995"/>
                  </a:lnTo>
                  <a:lnTo>
                    <a:pt x="6884" y="1058352"/>
                  </a:lnTo>
                  <a:lnTo>
                    <a:pt x="0" y="1006195"/>
                  </a:lnTo>
                  <a:lnTo>
                    <a:pt x="355" y="201244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7079" y="1148740"/>
              <a:ext cx="152996" cy="129565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501720" y="1170355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5" h="1207135">
                  <a:moveTo>
                    <a:pt x="63715" y="0"/>
                  </a:moveTo>
                  <a:lnTo>
                    <a:pt x="0" y="0"/>
                  </a:lnTo>
                  <a:lnTo>
                    <a:pt x="0" y="1206728"/>
                  </a:lnTo>
                  <a:lnTo>
                    <a:pt x="32042" y="1206728"/>
                  </a:lnTo>
                  <a:lnTo>
                    <a:pt x="63715" y="1206728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01720" y="1170355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5" h="1207135">
                  <a:moveTo>
                    <a:pt x="32042" y="1206728"/>
                  </a:moveTo>
                  <a:lnTo>
                    <a:pt x="0" y="1206728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06728"/>
                  </a:lnTo>
                  <a:lnTo>
                    <a:pt x="32042" y="1206728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26980" y="1340180"/>
            <a:ext cx="2181860" cy="811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80" dirty="0">
                <a:solidFill>
                  <a:srgbClr val="122A49"/>
                </a:solidFill>
                <a:latin typeface="Arial Black"/>
                <a:cs typeface="Arial Black"/>
              </a:rPr>
              <a:t>Patient</a:t>
            </a:r>
            <a:r>
              <a:rPr sz="1600" spc="-9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60" dirty="0">
                <a:solidFill>
                  <a:srgbClr val="122A49"/>
                </a:solidFill>
                <a:latin typeface="Arial Black"/>
                <a:cs typeface="Arial Black"/>
              </a:rPr>
              <a:t>management</a:t>
            </a:r>
            <a:endParaRPr sz="1600">
              <a:latin typeface="Arial Black"/>
              <a:cs typeface="Arial Black"/>
            </a:endParaRPr>
          </a:p>
          <a:p>
            <a:pPr marL="12700" marR="336550">
              <a:lnSpc>
                <a:spcPct val="100000"/>
              </a:lnSpc>
              <a:spcBef>
                <a:spcPts val="1395"/>
              </a:spcBef>
            </a:pP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Profile,</a:t>
            </a:r>
            <a:r>
              <a:rPr sz="12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unique</a:t>
            </a:r>
            <a:r>
              <a:rPr sz="12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Patient</a:t>
            </a:r>
            <a:r>
              <a:rPr sz="1200" spc="-25" dirty="0">
                <a:solidFill>
                  <a:srgbClr val="2C3A48"/>
                </a:solidFill>
                <a:latin typeface="Noto Sans"/>
                <a:cs typeface="Noto Sans"/>
              </a:rPr>
              <a:t> ID,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history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64439" y="1148384"/>
            <a:ext cx="2741930" cy="1296670"/>
            <a:chOff x="6364439" y="1148384"/>
            <a:chExt cx="2741930" cy="1296670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4439" y="1148384"/>
              <a:ext cx="2741396" cy="129637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409080" y="1170000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201599" y="0"/>
                  </a:moveTo>
                  <a:lnTo>
                    <a:pt x="149442" y="6884"/>
                  </a:lnTo>
                  <a:lnTo>
                    <a:pt x="100799" y="27000"/>
                  </a:lnTo>
                  <a:lnTo>
                    <a:pt x="59220" y="59042"/>
                  </a:lnTo>
                  <a:lnTo>
                    <a:pt x="27355" y="100799"/>
                  </a:lnTo>
                  <a:lnTo>
                    <a:pt x="7240" y="149264"/>
                  </a:lnTo>
                  <a:lnTo>
                    <a:pt x="355" y="201244"/>
                  </a:lnTo>
                  <a:lnTo>
                    <a:pt x="0" y="1006195"/>
                  </a:lnTo>
                  <a:lnTo>
                    <a:pt x="1738" y="1032527"/>
                  </a:lnTo>
                  <a:lnTo>
                    <a:pt x="15237" y="1082999"/>
                  </a:lnTo>
                  <a:lnTo>
                    <a:pt x="41671" y="1128902"/>
                  </a:lnTo>
                  <a:lnTo>
                    <a:pt x="78842" y="1165826"/>
                  </a:lnTo>
                  <a:lnTo>
                    <a:pt x="124439" y="1192100"/>
                  </a:lnTo>
                  <a:lnTo>
                    <a:pt x="174968" y="1205701"/>
                  </a:lnTo>
                  <a:lnTo>
                    <a:pt x="201244" y="1207439"/>
                  </a:lnTo>
                  <a:lnTo>
                    <a:pt x="2450884" y="1207439"/>
                  </a:lnTo>
                  <a:lnTo>
                    <a:pt x="2503036" y="1200554"/>
                  </a:lnTo>
                  <a:lnTo>
                    <a:pt x="2551684" y="1180439"/>
                  </a:lnTo>
                  <a:lnTo>
                    <a:pt x="2593257" y="1148397"/>
                  </a:lnTo>
                  <a:lnTo>
                    <a:pt x="2625115" y="1106639"/>
                  </a:lnTo>
                  <a:lnTo>
                    <a:pt x="2645170" y="1058352"/>
                  </a:lnTo>
                  <a:lnTo>
                    <a:pt x="2652115" y="1006195"/>
                  </a:lnTo>
                  <a:lnTo>
                    <a:pt x="2652092" y="201244"/>
                  </a:lnTo>
                  <a:lnTo>
                    <a:pt x="2645230" y="149442"/>
                  </a:lnTo>
                  <a:lnTo>
                    <a:pt x="2625115" y="100799"/>
                  </a:lnTo>
                  <a:lnTo>
                    <a:pt x="2593078" y="59220"/>
                  </a:lnTo>
                  <a:lnTo>
                    <a:pt x="2551315" y="27355"/>
                  </a:lnTo>
                  <a:lnTo>
                    <a:pt x="2502857" y="7240"/>
                  </a:lnTo>
                  <a:lnTo>
                    <a:pt x="2450884" y="355"/>
                  </a:lnTo>
                  <a:lnTo>
                    <a:pt x="201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09080" y="1170000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355" y="201244"/>
                  </a:moveTo>
                  <a:lnTo>
                    <a:pt x="2093" y="174968"/>
                  </a:lnTo>
                  <a:lnTo>
                    <a:pt x="7240" y="149264"/>
                  </a:lnTo>
                  <a:lnTo>
                    <a:pt x="27355" y="100799"/>
                  </a:lnTo>
                  <a:lnTo>
                    <a:pt x="59220" y="59042"/>
                  </a:lnTo>
                  <a:lnTo>
                    <a:pt x="100799" y="27000"/>
                  </a:lnTo>
                  <a:lnTo>
                    <a:pt x="149442" y="6884"/>
                  </a:lnTo>
                  <a:lnTo>
                    <a:pt x="201599" y="0"/>
                  </a:lnTo>
                  <a:lnTo>
                    <a:pt x="2450884" y="355"/>
                  </a:lnTo>
                  <a:lnTo>
                    <a:pt x="2502857" y="7240"/>
                  </a:lnTo>
                  <a:lnTo>
                    <a:pt x="2551315" y="27355"/>
                  </a:lnTo>
                  <a:lnTo>
                    <a:pt x="2593078" y="59220"/>
                  </a:lnTo>
                  <a:lnTo>
                    <a:pt x="2625115" y="100799"/>
                  </a:lnTo>
                  <a:lnTo>
                    <a:pt x="2645230" y="149442"/>
                  </a:lnTo>
                  <a:lnTo>
                    <a:pt x="2652115" y="201599"/>
                  </a:lnTo>
                  <a:lnTo>
                    <a:pt x="2652115" y="1006195"/>
                  </a:lnTo>
                  <a:lnTo>
                    <a:pt x="2650377" y="1032471"/>
                  </a:lnTo>
                  <a:lnTo>
                    <a:pt x="2645230" y="1058175"/>
                  </a:lnTo>
                  <a:lnTo>
                    <a:pt x="2625115" y="1106639"/>
                  </a:lnTo>
                  <a:lnTo>
                    <a:pt x="2593257" y="1148397"/>
                  </a:lnTo>
                  <a:lnTo>
                    <a:pt x="2551684" y="1180439"/>
                  </a:lnTo>
                  <a:lnTo>
                    <a:pt x="2503036" y="1200554"/>
                  </a:lnTo>
                  <a:lnTo>
                    <a:pt x="2450884" y="1207439"/>
                  </a:lnTo>
                  <a:lnTo>
                    <a:pt x="201244" y="1207439"/>
                  </a:lnTo>
                  <a:lnTo>
                    <a:pt x="149264" y="1200554"/>
                  </a:lnTo>
                  <a:lnTo>
                    <a:pt x="100799" y="1180439"/>
                  </a:lnTo>
                  <a:lnTo>
                    <a:pt x="59042" y="1148580"/>
                  </a:lnTo>
                  <a:lnTo>
                    <a:pt x="27000" y="1106995"/>
                  </a:lnTo>
                  <a:lnTo>
                    <a:pt x="6884" y="1058352"/>
                  </a:lnTo>
                  <a:lnTo>
                    <a:pt x="0" y="1006195"/>
                  </a:lnTo>
                  <a:lnTo>
                    <a:pt x="355" y="201244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4795" y="1148740"/>
              <a:ext cx="152996" cy="129565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409435" y="1170355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5" h="1207135">
                  <a:moveTo>
                    <a:pt x="63728" y="0"/>
                  </a:moveTo>
                  <a:lnTo>
                    <a:pt x="0" y="0"/>
                  </a:lnTo>
                  <a:lnTo>
                    <a:pt x="0" y="1206728"/>
                  </a:lnTo>
                  <a:lnTo>
                    <a:pt x="32042" y="1206728"/>
                  </a:lnTo>
                  <a:lnTo>
                    <a:pt x="63728" y="1206728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409435" y="1170355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5" h="1207135">
                  <a:moveTo>
                    <a:pt x="32042" y="1206728"/>
                  </a:moveTo>
                  <a:lnTo>
                    <a:pt x="0" y="1206728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206728"/>
                  </a:lnTo>
                  <a:lnTo>
                    <a:pt x="32042" y="1206728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635063" y="1340180"/>
            <a:ext cx="2000885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0" dirty="0">
                <a:solidFill>
                  <a:srgbClr val="122A49"/>
                </a:solidFill>
                <a:latin typeface="Arial Black"/>
                <a:cs typeface="Arial Black"/>
              </a:rPr>
              <a:t>Medical</a:t>
            </a:r>
            <a:r>
              <a:rPr sz="1600" spc="-9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reports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Upload</a:t>
            </a:r>
            <a:r>
              <a:rPr sz="12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2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analysis</a:t>
            </a:r>
            <a:r>
              <a:rPr sz="12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display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272523" y="1148384"/>
            <a:ext cx="2741930" cy="1296670"/>
            <a:chOff x="9272523" y="1148384"/>
            <a:chExt cx="2741930" cy="1296670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72523" y="1148384"/>
              <a:ext cx="2741396" cy="129637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317164" y="1170000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201599" y="0"/>
                  </a:moveTo>
                  <a:lnTo>
                    <a:pt x="149442" y="6884"/>
                  </a:lnTo>
                  <a:lnTo>
                    <a:pt x="100799" y="27000"/>
                  </a:lnTo>
                  <a:lnTo>
                    <a:pt x="59215" y="59042"/>
                  </a:lnTo>
                  <a:lnTo>
                    <a:pt x="27355" y="100799"/>
                  </a:lnTo>
                  <a:lnTo>
                    <a:pt x="7240" y="149264"/>
                  </a:lnTo>
                  <a:lnTo>
                    <a:pt x="355" y="201244"/>
                  </a:lnTo>
                  <a:lnTo>
                    <a:pt x="0" y="1006195"/>
                  </a:lnTo>
                  <a:lnTo>
                    <a:pt x="1738" y="1032527"/>
                  </a:lnTo>
                  <a:lnTo>
                    <a:pt x="6849" y="1058175"/>
                  </a:lnTo>
                  <a:lnTo>
                    <a:pt x="6884" y="1058352"/>
                  </a:lnTo>
                  <a:lnTo>
                    <a:pt x="15237" y="1082999"/>
                  </a:lnTo>
                  <a:lnTo>
                    <a:pt x="15339" y="1083299"/>
                  </a:lnTo>
                  <a:lnTo>
                    <a:pt x="27000" y="1106995"/>
                  </a:lnTo>
                  <a:lnTo>
                    <a:pt x="59037" y="1148580"/>
                  </a:lnTo>
                  <a:lnTo>
                    <a:pt x="100799" y="1180439"/>
                  </a:lnTo>
                  <a:lnTo>
                    <a:pt x="149258" y="1200554"/>
                  </a:lnTo>
                  <a:lnTo>
                    <a:pt x="201231" y="1207439"/>
                  </a:lnTo>
                  <a:lnTo>
                    <a:pt x="2450871" y="1207439"/>
                  </a:lnTo>
                  <a:lnTo>
                    <a:pt x="2503028" y="1200554"/>
                  </a:lnTo>
                  <a:lnTo>
                    <a:pt x="2551671" y="1180439"/>
                  </a:lnTo>
                  <a:lnTo>
                    <a:pt x="2593255" y="1148397"/>
                  </a:lnTo>
                  <a:lnTo>
                    <a:pt x="2625115" y="1106639"/>
                  </a:lnTo>
                  <a:lnTo>
                    <a:pt x="2645170" y="1058352"/>
                  </a:lnTo>
                  <a:lnTo>
                    <a:pt x="2652115" y="1006195"/>
                  </a:lnTo>
                  <a:lnTo>
                    <a:pt x="2652092" y="201244"/>
                  </a:lnTo>
                  <a:lnTo>
                    <a:pt x="2645230" y="149442"/>
                  </a:lnTo>
                  <a:lnTo>
                    <a:pt x="2625115" y="100799"/>
                  </a:lnTo>
                  <a:lnTo>
                    <a:pt x="2593073" y="59220"/>
                  </a:lnTo>
                  <a:lnTo>
                    <a:pt x="2551315" y="27355"/>
                  </a:lnTo>
                  <a:lnTo>
                    <a:pt x="2502850" y="7240"/>
                  </a:lnTo>
                  <a:lnTo>
                    <a:pt x="2450871" y="355"/>
                  </a:lnTo>
                  <a:lnTo>
                    <a:pt x="201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317164" y="1170000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355" y="201244"/>
                  </a:moveTo>
                  <a:lnTo>
                    <a:pt x="2093" y="174968"/>
                  </a:lnTo>
                  <a:lnTo>
                    <a:pt x="7240" y="149264"/>
                  </a:lnTo>
                  <a:lnTo>
                    <a:pt x="27355" y="100799"/>
                  </a:lnTo>
                  <a:lnTo>
                    <a:pt x="59215" y="59042"/>
                  </a:lnTo>
                  <a:lnTo>
                    <a:pt x="100799" y="27000"/>
                  </a:lnTo>
                  <a:lnTo>
                    <a:pt x="149442" y="6884"/>
                  </a:lnTo>
                  <a:lnTo>
                    <a:pt x="201599" y="0"/>
                  </a:lnTo>
                  <a:lnTo>
                    <a:pt x="2450871" y="355"/>
                  </a:lnTo>
                  <a:lnTo>
                    <a:pt x="2502850" y="7240"/>
                  </a:lnTo>
                  <a:lnTo>
                    <a:pt x="2551315" y="27355"/>
                  </a:lnTo>
                  <a:lnTo>
                    <a:pt x="2593073" y="59220"/>
                  </a:lnTo>
                  <a:lnTo>
                    <a:pt x="2625115" y="100799"/>
                  </a:lnTo>
                  <a:lnTo>
                    <a:pt x="2645230" y="149442"/>
                  </a:lnTo>
                  <a:lnTo>
                    <a:pt x="2652115" y="201599"/>
                  </a:lnTo>
                  <a:lnTo>
                    <a:pt x="2652115" y="1006195"/>
                  </a:lnTo>
                  <a:lnTo>
                    <a:pt x="2650377" y="1032471"/>
                  </a:lnTo>
                  <a:lnTo>
                    <a:pt x="2645230" y="1058175"/>
                  </a:lnTo>
                  <a:lnTo>
                    <a:pt x="2625115" y="1106639"/>
                  </a:lnTo>
                  <a:lnTo>
                    <a:pt x="2593255" y="1148397"/>
                  </a:lnTo>
                  <a:lnTo>
                    <a:pt x="2551671" y="1180439"/>
                  </a:lnTo>
                  <a:lnTo>
                    <a:pt x="2503028" y="1200554"/>
                  </a:lnTo>
                  <a:lnTo>
                    <a:pt x="2450871" y="1207439"/>
                  </a:lnTo>
                  <a:lnTo>
                    <a:pt x="201231" y="1207439"/>
                  </a:lnTo>
                  <a:lnTo>
                    <a:pt x="149258" y="1200554"/>
                  </a:lnTo>
                  <a:lnTo>
                    <a:pt x="100799" y="1180439"/>
                  </a:lnTo>
                  <a:lnTo>
                    <a:pt x="59037" y="1148580"/>
                  </a:lnTo>
                  <a:lnTo>
                    <a:pt x="27000" y="1106995"/>
                  </a:lnTo>
                  <a:lnTo>
                    <a:pt x="6884" y="1058352"/>
                  </a:lnTo>
                  <a:lnTo>
                    <a:pt x="0" y="1006195"/>
                  </a:lnTo>
                  <a:lnTo>
                    <a:pt x="355" y="201244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72879" y="1148740"/>
              <a:ext cx="152996" cy="129565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317520" y="1170355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4" h="1207135">
                  <a:moveTo>
                    <a:pt x="63715" y="0"/>
                  </a:moveTo>
                  <a:lnTo>
                    <a:pt x="0" y="0"/>
                  </a:lnTo>
                  <a:lnTo>
                    <a:pt x="0" y="1206728"/>
                  </a:lnTo>
                  <a:lnTo>
                    <a:pt x="32042" y="1206728"/>
                  </a:lnTo>
                  <a:lnTo>
                    <a:pt x="63715" y="1206728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317520" y="1170355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4" h="1207135">
                  <a:moveTo>
                    <a:pt x="32042" y="1206728"/>
                  </a:moveTo>
                  <a:lnTo>
                    <a:pt x="0" y="1206728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06728"/>
                  </a:lnTo>
                  <a:lnTo>
                    <a:pt x="32042" y="1206728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542780" y="1340180"/>
            <a:ext cx="2095500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10" dirty="0">
                <a:solidFill>
                  <a:srgbClr val="122A49"/>
                </a:solidFill>
                <a:latin typeface="Arial Black"/>
                <a:cs typeface="Arial Black"/>
              </a:rPr>
              <a:t>Clinical</a:t>
            </a:r>
            <a:r>
              <a:rPr sz="1600" spc="-8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review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1200" spc="-20" dirty="0">
                <a:solidFill>
                  <a:srgbClr val="2C3A48"/>
                </a:solidFill>
                <a:latin typeface="Noto Sans"/>
                <a:cs typeface="Noto Sans"/>
              </a:rPr>
              <a:t>Test</a:t>
            </a:r>
            <a:r>
              <a:rPr sz="12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results,</a:t>
            </a:r>
            <a:r>
              <a:rPr sz="12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vitals</a:t>
            </a:r>
            <a:r>
              <a:rPr sz="12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2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trends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48995" y="2629789"/>
            <a:ext cx="2741930" cy="1296670"/>
            <a:chOff x="548995" y="2629789"/>
            <a:chExt cx="2741930" cy="1296670"/>
          </a:xfrm>
        </p:grpSpPr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995" y="2629789"/>
              <a:ext cx="2741396" cy="129636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93636" y="2651404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201599" y="0"/>
                  </a:moveTo>
                  <a:lnTo>
                    <a:pt x="149447" y="6884"/>
                  </a:lnTo>
                  <a:lnTo>
                    <a:pt x="100799" y="27000"/>
                  </a:lnTo>
                  <a:lnTo>
                    <a:pt x="59226" y="59037"/>
                  </a:lnTo>
                  <a:lnTo>
                    <a:pt x="27368" y="100799"/>
                  </a:lnTo>
                  <a:lnTo>
                    <a:pt x="7253" y="149258"/>
                  </a:lnTo>
                  <a:lnTo>
                    <a:pt x="368" y="201231"/>
                  </a:lnTo>
                  <a:lnTo>
                    <a:pt x="0" y="1006195"/>
                  </a:lnTo>
                  <a:lnTo>
                    <a:pt x="1738" y="1032527"/>
                  </a:lnTo>
                  <a:lnTo>
                    <a:pt x="6848" y="1058170"/>
                  </a:lnTo>
                  <a:lnTo>
                    <a:pt x="6884" y="1058352"/>
                  </a:lnTo>
                  <a:lnTo>
                    <a:pt x="27000" y="1106995"/>
                  </a:lnTo>
                  <a:lnTo>
                    <a:pt x="59042" y="1148575"/>
                  </a:lnTo>
                  <a:lnTo>
                    <a:pt x="100799" y="1180439"/>
                  </a:lnTo>
                  <a:lnTo>
                    <a:pt x="149269" y="1200554"/>
                  </a:lnTo>
                  <a:lnTo>
                    <a:pt x="201244" y="1207439"/>
                  </a:lnTo>
                  <a:lnTo>
                    <a:pt x="2450884" y="1207439"/>
                  </a:lnTo>
                  <a:lnTo>
                    <a:pt x="2503041" y="1200554"/>
                  </a:lnTo>
                  <a:lnTo>
                    <a:pt x="2551684" y="1180439"/>
                  </a:lnTo>
                  <a:lnTo>
                    <a:pt x="2593263" y="1148397"/>
                  </a:lnTo>
                  <a:lnTo>
                    <a:pt x="2625128" y="1106639"/>
                  </a:lnTo>
                  <a:lnTo>
                    <a:pt x="2645181" y="1058352"/>
                  </a:lnTo>
                  <a:lnTo>
                    <a:pt x="2645243" y="1058170"/>
                  </a:lnTo>
                  <a:lnTo>
                    <a:pt x="2650378" y="1032527"/>
                  </a:lnTo>
                  <a:lnTo>
                    <a:pt x="2652128" y="1006195"/>
                  </a:lnTo>
                  <a:lnTo>
                    <a:pt x="2652103" y="201231"/>
                  </a:lnTo>
                  <a:lnTo>
                    <a:pt x="2645243" y="149442"/>
                  </a:lnTo>
                  <a:lnTo>
                    <a:pt x="2625128" y="100799"/>
                  </a:lnTo>
                  <a:lnTo>
                    <a:pt x="2593086" y="59215"/>
                  </a:lnTo>
                  <a:lnTo>
                    <a:pt x="2551328" y="27355"/>
                  </a:lnTo>
                  <a:lnTo>
                    <a:pt x="2502858" y="7240"/>
                  </a:lnTo>
                  <a:lnTo>
                    <a:pt x="2450884" y="355"/>
                  </a:lnTo>
                  <a:lnTo>
                    <a:pt x="201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93636" y="2651404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368" y="201231"/>
                  </a:moveTo>
                  <a:lnTo>
                    <a:pt x="2106" y="174957"/>
                  </a:lnTo>
                  <a:lnTo>
                    <a:pt x="7253" y="149258"/>
                  </a:lnTo>
                  <a:lnTo>
                    <a:pt x="27368" y="100799"/>
                  </a:lnTo>
                  <a:lnTo>
                    <a:pt x="59226" y="59037"/>
                  </a:lnTo>
                  <a:lnTo>
                    <a:pt x="100799" y="27000"/>
                  </a:lnTo>
                  <a:lnTo>
                    <a:pt x="149447" y="6884"/>
                  </a:lnTo>
                  <a:lnTo>
                    <a:pt x="201599" y="0"/>
                  </a:lnTo>
                  <a:lnTo>
                    <a:pt x="2450884" y="355"/>
                  </a:lnTo>
                  <a:lnTo>
                    <a:pt x="2502858" y="7240"/>
                  </a:lnTo>
                  <a:lnTo>
                    <a:pt x="2551328" y="27355"/>
                  </a:lnTo>
                  <a:lnTo>
                    <a:pt x="2593086" y="59215"/>
                  </a:lnTo>
                  <a:lnTo>
                    <a:pt x="2625128" y="100799"/>
                  </a:lnTo>
                  <a:lnTo>
                    <a:pt x="2645243" y="149442"/>
                  </a:lnTo>
                  <a:lnTo>
                    <a:pt x="2652128" y="201599"/>
                  </a:lnTo>
                  <a:lnTo>
                    <a:pt x="2652128" y="1006195"/>
                  </a:lnTo>
                  <a:lnTo>
                    <a:pt x="2650390" y="1032469"/>
                  </a:lnTo>
                  <a:lnTo>
                    <a:pt x="2645243" y="1058170"/>
                  </a:lnTo>
                  <a:lnTo>
                    <a:pt x="2625128" y="1106639"/>
                  </a:lnTo>
                  <a:lnTo>
                    <a:pt x="2593263" y="1148397"/>
                  </a:lnTo>
                  <a:lnTo>
                    <a:pt x="2551684" y="1180439"/>
                  </a:lnTo>
                  <a:lnTo>
                    <a:pt x="2503041" y="1200554"/>
                  </a:lnTo>
                  <a:lnTo>
                    <a:pt x="2450884" y="1207439"/>
                  </a:lnTo>
                  <a:lnTo>
                    <a:pt x="201244" y="1207439"/>
                  </a:lnTo>
                  <a:lnTo>
                    <a:pt x="149269" y="1200554"/>
                  </a:lnTo>
                  <a:lnTo>
                    <a:pt x="100799" y="1180439"/>
                  </a:lnTo>
                  <a:lnTo>
                    <a:pt x="59042" y="1148575"/>
                  </a:lnTo>
                  <a:lnTo>
                    <a:pt x="27000" y="1106995"/>
                  </a:lnTo>
                  <a:lnTo>
                    <a:pt x="6884" y="1058352"/>
                  </a:lnTo>
                  <a:lnTo>
                    <a:pt x="0" y="1006195"/>
                  </a:lnTo>
                  <a:lnTo>
                    <a:pt x="368" y="201231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363" y="2630144"/>
              <a:ext cx="152996" cy="1295653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94004" y="2651760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4" h="1207135">
                  <a:moveTo>
                    <a:pt x="63715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32029" y="1206715"/>
                  </a:lnTo>
                  <a:lnTo>
                    <a:pt x="63715" y="120671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4004" y="2651760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4" h="1207135">
                  <a:moveTo>
                    <a:pt x="32029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06715"/>
                  </a:lnTo>
                  <a:lnTo>
                    <a:pt x="32029" y="1206715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819264" y="2821584"/>
            <a:ext cx="1497965" cy="811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Medication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Medicine</a:t>
            </a:r>
            <a:r>
              <a:rPr sz="12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details</a:t>
            </a:r>
            <a:r>
              <a:rPr sz="12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25" dirty="0">
                <a:solidFill>
                  <a:srgbClr val="2C3A48"/>
                </a:solidFill>
                <a:latin typeface="Noto Sans"/>
                <a:cs typeface="Noto Sans"/>
              </a:rPr>
              <a:t>and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reminders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456724" y="2629789"/>
            <a:ext cx="2741930" cy="1296670"/>
            <a:chOff x="3456724" y="2629789"/>
            <a:chExt cx="2741930" cy="1296670"/>
          </a:xfrm>
        </p:grpSpPr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6724" y="2629789"/>
              <a:ext cx="2741396" cy="1296365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501364" y="2651404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201599" y="0"/>
                  </a:moveTo>
                  <a:lnTo>
                    <a:pt x="149442" y="6884"/>
                  </a:lnTo>
                  <a:lnTo>
                    <a:pt x="100799" y="27000"/>
                  </a:lnTo>
                  <a:lnTo>
                    <a:pt x="59215" y="59037"/>
                  </a:lnTo>
                  <a:lnTo>
                    <a:pt x="27355" y="100799"/>
                  </a:lnTo>
                  <a:lnTo>
                    <a:pt x="7240" y="149258"/>
                  </a:lnTo>
                  <a:lnTo>
                    <a:pt x="355" y="201231"/>
                  </a:lnTo>
                  <a:lnTo>
                    <a:pt x="0" y="1006195"/>
                  </a:lnTo>
                  <a:lnTo>
                    <a:pt x="1738" y="1032527"/>
                  </a:lnTo>
                  <a:lnTo>
                    <a:pt x="6848" y="1058170"/>
                  </a:lnTo>
                  <a:lnTo>
                    <a:pt x="6884" y="1058352"/>
                  </a:lnTo>
                  <a:lnTo>
                    <a:pt x="27000" y="1106995"/>
                  </a:lnTo>
                  <a:lnTo>
                    <a:pt x="59037" y="1148575"/>
                  </a:lnTo>
                  <a:lnTo>
                    <a:pt x="100799" y="1180439"/>
                  </a:lnTo>
                  <a:lnTo>
                    <a:pt x="149258" y="1200554"/>
                  </a:lnTo>
                  <a:lnTo>
                    <a:pt x="201231" y="1207439"/>
                  </a:lnTo>
                  <a:lnTo>
                    <a:pt x="2450871" y="1207439"/>
                  </a:lnTo>
                  <a:lnTo>
                    <a:pt x="2503028" y="1200554"/>
                  </a:lnTo>
                  <a:lnTo>
                    <a:pt x="2551671" y="1180439"/>
                  </a:lnTo>
                  <a:lnTo>
                    <a:pt x="2593255" y="1148397"/>
                  </a:lnTo>
                  <a:lnTo>
                    <a:pt x="2625115" y="1106639"/>
                  </a:lnTo>
                  <a:lnTo>
                    <a:pt x="2645168" y="1058352"/>
                  </a:lnTo>
                  <a:lnTo>
                    <a:pt x="2645230" y="1058170"/>
                  </a:lnTo>
                  <a:lnTo>
                    <a:pt x="2650366" y="1032527"/>
                  </a:lnTo>
                  <a:lnTo>
                    <a:pt x="2652115" y="1006195"/>
                  </a:lnTo>
                  <a:lnTo>
                    <a:pt x="2652091" y="201231"/>
                  </a:lnTo>
                  <a:lnTo>
                    <a:pt x="2645230" y="149442"/>
                  </a:lnTo>
                  <a:lnTo>
                    <a:pt x="2625115" y="100799"/>
                  </a:lnTo>
                  <a:lnTo>
                    <a:pt x="2593073" y="59215"/>
                  </a:lnTo>
                  <a:lnTo>
                    <a:pt x="2551315" y="27355"/>
                  </a:lnTo>
                  <a:lnTo>
                    <a:pt x="2502850" y="7240"/>
                  </a:lnTo>
                  <a:lnTo>
                    <a:pt x="2450871" y="355"/>
                  </a:lnTo>
                  <a:lnTo>
                    <a:pt x="201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501364" y="2651404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355" y="201231"/>
                  </a:moveTo>
                  <a:lnTo>
                    <a:pt x="2093" y="174957"/>
                  </a:lnTo>
                  <a:lnTo>
                    <a:pt x="7240" y="149258"/>
                  </a:lnTo>
                  <a:lnTo>
                    <a:pt x="27355" y="100799"/>
                  </a:lnTo>
                  <a:lnTo>
                    <a:pt x="59215" y="59037"/>
                  </a:lnTo>
                  <a:lnTo>
                    <a:pt x="100799" y="27000"/>
                  </a:lnTo>
                  <a:lnTo>
                    <a:pt x="149442" y="6884"/>
                  </a:lnTo>
                  <a:lnTo>
                    <a:pt x="201599" y="0"/>
                  </a:lnTo>
                  <a:lnTo>
                    <a:pt x="2450871" y="355"/>
                  </a:lnTo>
                  <a:lnTo>
                    <a:pt x="2502850" y="7240"/>
                  </a:lnTo>
                  <a:lnTo>
                    <a:pt x="2551315" y="27355"/>
                  </a:lnTo>
                  <a:lnTo>
                    <a:pt x="2593073" y="59215"/>
                  </a:lnTo>
                  <a:lnTo>
                    <a:pt x="2625115" y="100799"/>
                  </a:lnTo>
                  <a:lnTo>
                    <a:pt x="2645230" y="149442"/>
                  </a:lnTo>
                  <a:lnTo>
                    <a:pt x="2652115" y="201599"/>
                  </a:lnTo>
                  <a:lnTo>
                    <a:pt x="2652115" y="1006195"/>
                  </a:lnTo>
                  <a:lnTo>
                    <a:pt x="2650377" y="1032469"/>
                  </a:lnTo>
                  <a:lnTo>
                    <a:pt x="2645230" y="1058170"/>
                  </a:lnTo>
                  <a:lnTo>
                    <a:pt x="2625115" y="1106639"/>
                  </a:lnTo>
                  <a:lnTo>
                    <a:pt x="2593255" y="1148397"/>
                  </a:lnTo>
                  <a:lnTo>
                    <a:pt x="2551671" y="1180439"/>
                  </a:lnTo>
                  <a:lnTo>
                    <a:pt x="2503028" y="1200554"/>
                  </a:lnTo>
                  <a:lnTo>
                    <a:pt x="2450871" y="1207439"/>
                  </a:lnTo>
                  <a:lnTo>
                    <a:pt x="201231" y="1207439"/>
                  </a:lnTo>
                  <a:lnTo>
                    <a:pt x="149258" y="1200554"/>
                  </a:lnTo>
                  <a:lnTo>
                    <a:pt x="100799" y="1180439"/>
                  </a:lnTo>
                  <a:lnTo>
                    <a:pt x="59037" y="1148575"/>
                  </a:lnTo>
                  <a:lnTo>
                    <a:pt x="27000" y="1106995"/>
                  </a:lnTo>
                  <a:lnTo>
                    <a:pt x="6884" y="1058352"/>
                  </a:lnTo>
                  <a:lnTo>
                    <a:pt x="0" y="1006195"/>
                  </a:lnTo>
                  <a:lnTo>
                    <a:pt x="355" y="201231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7079" y="2630144"/>
              <a:ext cx="152996" cy="129565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501720" y="2651760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5" h="1207135">
                  <a:moveTo>
                    <a:pt x="63715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32042" y="1206715"/>
                  </a:lnTo>
                  <a:lnTo>
                    <a:pt x="63715" y="120671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501720" y="2651760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5" h="1207135">
                  <a:moveTo>
                    <a:pt x="32042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06715"/>
                  </a:lnTo>
                  <a:lnTo>
                    <a:pt x="32042" y="1206715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3726980" y="2821584"/>
            <a:ext cx="2152015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5" dirty="0">
                <a:solidFill>
                  <a:srgbClr val="122A49"/>
                </a:solidFill>
                <a:latin typeface="Arial Black"/>
                <a:cs typeface="Arial Black"/>
              </a:rPr>
              <a:t>Exercise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Preferences</a:t>
            </a:r>
            <a:r>
              <a:rPr sz="12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2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activity</a:t>
            </a:r>
            <a:r>
              <a:rPr sz="1200" spc="-20" dirty="0">
                <a:solidFill>
                  <a:srgbClr val="2C3A48"/>
                </a:solidFill>
                <a:latin typeface="Noto Sans"/>
                <a:cs typeface="Noto Sans"/>
              </a:rPr>
              <a:t> plans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364439" y="2629789"/>
            <a:ext cx="2741930" cy="1296670"/>
            <a:chOff x="6364439" y="2629789"/>
            <a:chExt cx="2741930" cy="1296670"/>
          </a:xfrm>
        </p:grpSpPr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4439" y="2629789"/>
              <a:ext cx="2741396" cy="1296365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6409080" y="2651404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201599" y="0"/>
                  </a:moveTo>
                  <a:lnTo>
                    <a:pt x="149442" y="6884"/>
                  </a:lnTo>
                  <a:lnTo>
                    <a:pt x="100799" y="27000"/>
                  </a:lnTo>
                  <a:lnTo>
                    <a:pt x="59220" y="59037"/>
                  </a:lnTo>
                  <a:lnTo>
                    <a:pt x="27355" y="100799"/>
                  </a:lnTo>
                  <a:lnTo>
                    <a:pt x="7240" y="149258"/>
                  </a:lnTo>
                  <a:lnTo>
                    <a:pt x="355" y="201231"/>
                  </a:lnTo>
                  <a:lnTo>
                    <a:pt x="0" y="1006195"/>
                  </a:lnTo>
                  <a:lnTo>
                    <a:pt x="1738" y="1032527"/>
                  </a:lnTo>
                  <a:lnTo>
                    <a:pt x="6848" y="1058170"/>
                  </a:lnTo>
                  <a:lnTo>
                    <a:pt x="6884" y="1058352"/>
                  </a:lnTo>
                  <a:lnTo>
                    <a:pt x="27000" y="1106995"/>
                  </a:lnTo>
                  <a:lnTo>
                    <a:pt x="59042" y="1148575"/>
                  </a:lnTo>
                  <a:lnTo>
                    <a:pt x="100799" y="1180439"/>
                  </a:lnTo>
                  <a:lnTo>
                    <a:pt x="149264" y="1200554"/>
                  </a:lnTo>
                  <a:lnTo>
                    <a:pt x="201244" y="1207439"/>
                  </a:lnTo>
                  <a:lnTo>
                    <a:pt x="2450884" y="1207439"/>
                  </a:lnTo>
                  <a:lnTo>
                    <a:pt x="2503036" y="1200554"/>
                  </a:lnTo>
                  <a:lnTo>
                    <a:pt x="2551684" y="1180439"/>
                  </a:lnTo>
                  <a:lnTo>
                    <a:pt x="2593257" y="1148397"/>
                  </a:lnTo>
                  <a:lnTo>
                    <a:pt x="2625115" y="1106639"/>
                  </a:lnTo>
                  <a:lnTo>
                    <a:pt x="2645168" y="1058352"/>
                  </a:lnTo>
                  <a:lnTo>
                    <a:pt x="2652115" y="1006195"/>
                  </a:lnTo>
                  <a:lnTo>
                    <a:pt x="2652091" y="201231"/>
                  </a:lnTo>
                  <a:lnTo>
                    <a:pt x="2645230" y="149442"/>
                  </a:lnTo>
                  <a:lnTo>
                    <a:pt x="2625115" y="100799"/>
                  </a:lnTo>
                  <a:lnTo>
                    <a:pt x="2593078" y="59215"/>
                  </a:lnTo>
                  <a:lnTo>
                    <a:pt x="2551315" y="27355"/>
                  </a:lnTo>
                  <a:lnTo>
                    <a:pt x="2502857" y="7240"/>
                  </a:lnTo>
                  <a:lnTo>
                    <a:pt x="2450884" y="355"/>
                  </a:lnTo>
                  <a:lnTo>
                    <a:pt x="201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409080" y="2651404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355" y="201231"/>
                  </a:moveTo>
                  <a:lnTo>
                    <a:pt x="2093" y="174957"/>
                  </a:lnTo>
                  <a:lnTo>
                    <a:pt x="7240" y="149258"/>
                  </a:lnTo>
                  <a:lnTo>
                    <a:pt x="27355" y="100799"/>
                  </a:lnTo>
                  <a:lnTo>
                    <a:pt x="59220" y="59037"/>
                  </a:lnTo>
                  <a:lnTo>
                    <a:pt x="100799" y="27000"/>
                  </a:lnTo>
                  <a:lnTo>
                    <a:pt x="149442" y="6884"/>
                  </a:lnTo>
                  <a:lnTo>
                    <a:pt x="201599" y="0"/>
                  </a:lnTo>
                  <a:lnTo>
                    <a:pt x="2450884" y="355"/>
                  </a:lnTo>
                  <a:lnTo>
                    <a:pt x="2502857" y="7240"/>
                  </a:lnTo>
                  <a:lnTo>
                    <a:pt x="2551315" y="27355"/>
                  </a:lnTo>
                  <a:lnTo>
                    <a:pt x="2593078" y="59215"/>
                  </a:lnTo>
                  <a:lnTo>
                    <a:pt x="2625115" y="100799"/>
                  </a:lnTo>
                  <a:lnTo>
                    <a:pt x="2645230" y="149442"/>
                  </a:lnTo>
                  <a:lnTo>
                    <a:pt x="2652115" y="201599"/>
                  </a:lnTo>
                  <a:lnTo>
                    <a:pt x="2652115" y="1006195"/>
                  </a:lnTo>
                  <a:lnTo>
                    <a:pt x="2650377" y="1032469"/>
                  </a:lnTo>
                  <a:lnTo>
                    <a:pt x="2645230" y="1058170"/>
                  </a:lnTo>
                  <a:lnTo>
                    <a:pt x="2625115" y="1106639"/>
                  </a:lnTo>
                  <a:lnTo>
                    <a:pt x="2593257" y="1148397"/>
                  </a:lnTo>
                  <a:lnTo>
                    <a:pt x="2551684" y="1180439"/>
                  </a:lnTo>
                  <a:lnTo>
                    <a:pt x="2503036" y="1200554"/>
                  </a:lnTo>
                  <a:lnTo>
                    <a:pt x="2450884" y="1207439"/>
                  </a:lnTo>
                  <a:lnTo>
                    <a:pt x="201244" y="1207439"/>
                  </a:lnTo>
                  <a:lnTo>
                    <a:pt x="149264" y="1200554"/>
                  </a:lnTo>
                  <a:lnTo>
                    <a:pt x="100799" y="1180439"/>
                  </a:lnTo>
                  <a:lnTo>
                    <a:pt x="59042" y="1148575"/>
                  </a:lnTo>
                  <a:lnTo>
                    <a:pt x="27000" y="1106995"/>
                  </a:lnTo>
                  <a:lnTo>
                    <a:pt x="6884" y="1058352"/>
                  </a:lnTo>
                  <a:lnTo>
                    <a:pt x="0" y="1006195"/>
                  </a:lnTo>
                  <a:lnTo>
                    <a:pt x="355" y="201231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4795" y="2630144"/>
              <a:ext cx="152996" cy="1295653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409435" y="2651760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5" h="1207135">
                  <a:moveTo>
                    <a:pt x="63728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32042" y="1206715"/>
                  </a:lnTo>
                  <a:lnTo>
                    <a:pt x="63728" y="1206715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409435" y="2651760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5" h="1207135">
                  <a:moveTo>
                    <a:pt x="32042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206715"/>
                  </a:lnTo>
                  <a:lnTo>
                    <a:pt x="32042" y="1206715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6635063" y="2821584"/>
            <a:ext cx="2127250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Appointments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Doctor</a:t>
            </a:r>
            <a:r>
              <a:rPr sz="12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selection</a:t>
            </a:r>
            <a:r>
              <a:rPr sz="12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2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booking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9272523" y="2629789"/>
            <a:ext cx="2741930" cy="1296670"/>
            <a:chOff x="9272523" y="2629789"/>
            <a:chExt cx="2741930" cy="1296670"/>
          </a:xfrm>
        </p:grpSpPr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72523" y="2629789"/>
              <a:ext cx="2741396" cy="129636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9317164" y="2651404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201599" y="0"/>
                  </a:moveTo>
                  <a:lnTo>
                    <a:pt x="149442" y="6884"/>
                  </a:lnTo>
                  <a:lnTo>
                    <a:pt x="100799" y="27000"/>
                  </a:lnTo>
                  <a:lnTo>
                    <a:pt x="59215" y="59037"/>
                  </a:lnTo>
                  <a:lnTo>
                    <a:pt x="27355" y="100799"/>
                  </a:lnTo>
                  <a:lnTo>
                    <a:pt x="7240" y="149258"/>
                  </a:lnTo>
                  <a:lnTo>
                    <a:pt x="355" y="201231"/>
                  </a:lnTo>
                  <a:lnTo>
                    <a:pt x="0" y="1006195"/>
                  </a:lnTo>
                  <a:lnTo>
                    <a:pt x="1738" y="1032527"/>
                  </a:lnTo>
                  <a:lnTo>
                    <a:pt x="6848" y="1058170"/>
                  </a:lnTo>
                  <a:lnTo>
                    <a:pt x="6884" y="1058352"/>
                  </a:lnTo>
                  <a:lnTo>
                    <a:pt x="15235" y="1082994"/>
                  </a:lnTo>
                  <a:lnTo>
                    <a:pt x="15339" y="1083299"/>
                  </a:lnTo>
                  <a:lnTo>
                    <a:pt x="27000" y="1106995"/>
                  </a:lnTo>
                  <a:lnTo>
                    <a:pt x="59037" y="1148575"/>
                  </a:lnTo>
                  <a:lnTo>
                    <a:pt x="100799" y="1180439"/>
                  </a:lnTo>
                  <a:lnTo>
                    <a:pt x="149258" y="1200554"/>
                  </a:lnTo>
                  <a:lnTo>
                    <a:pt x="201231" y="1207439"/>
                  </a:lnTo>
                  <a:lnTo>
                    <a:pt x="2450871" y="1207439"/>
                  </a:lnTo>
                  <a:lnTo>
                    <a:pt x="2503028" y="1200554"/>
                  </a:lnTo>
                  <a:lnTo>
                    <a:pt x="2551671" y="1180439"/>
                  </a:lnTo>
                  <a:lnTo>
                    <a:pt x="2593255" y="1148397"/>
                  </a:lnTo>
                  <a:lnTo>
                    <a:pt x="2625115" y="1106639"/>
                  </a:lnTo>
                  <a:lnTo>
                    <a:pt x="2645168" y="1058352"/>
                  </a:lnTo>
                  <a:lnTo>
                    <a:pt x="2652115" y="1006195"/>
                  </a:lnTo>
                  <a:lnTo>
                    <a:pt x="2652091" y="201231"/>
                  </a:lnTo>
                  <a:lnTo>
                    <a:pt x="2645230" y="149442"/>
                  </a:lnTo>
                  <a:lnTo>
                    <a:pt x="2625115" y="100799"/>
                  </a:lnTo>
                  <a:lnTo>
                    <a:pt x="2593073" y="59215"/>
                  </a:lnTo>
                  <a:lnTo>
                    <a:pt x="2551315" y="27355"/>
                  </a:lnTo>
                  <a:lnTo>
                    <a:pt x="2502850" y="7240"/>
                  </a:lnTo>
                  <a:lnTo>
                    <a:pt x="2450871" y="355"/>
                  </a:lnTo>
                  <a:lnTo>
                    <a:pt x="201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317164" y="2651404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355" y="201231"/>
                  </a:moveTo>
                  <a:lnTo>
                    <a:pt x="2093" y="174957"/>
                  </a:lnTo>
                  <a:lnTo>
                    <a:pt x="7240" y="149258"/>
                  </a:lnTo>
                  <a:lnTo>
                    <a:pt x="27355" y="100799"/>
                  </a:lnTo>
                  <a:lnTo>
                    <a:pt x="59215" y="59037"/>
                  </a:lnTo>
                  <a:lnTo>
                    <a:pt x="100799" y="27000"/>
                  </a:lnTo>
                  <a:lnTo>
                    <a:pt x="149442" y="6884"/>
                  </a:lnTo>
                  <a:lnTo>
                    <a:pt x="201599" y="0"/>
                  </a:lnTo>
                  <a:lnTo>
                    <a:pt x="2450871" y="355"/>
                  </a:lnTo>
                  <a:lnTo>
                    <a:pt x="2502850" y="7240"/>
                  </a:lnTo>
                  <a:lnTo>
                    <a:pt x="2551315" y="27355"/>
                  </a:lnTo>
                  <a:lnTo>
                    <a:pt x="2593073" y="59215"/>
                  </a:lnTo>
                  <a:lnTo>
                    <a:pt x="2625115" y="100799"/>
                  </a:lnTo>
                  <a:lnTo>
                    <a:pt x="2645230" y="149442"/>
                  </a:lnTo>
                  <a:lnTo>
                    <a:pt x="2652115" y="201599"/>
                  </a:lnTo>
                  <a:lnTo>
                    <a:pt x="2652115" y="1006195"/>
                  </a:lnTo>
                  <a:lnTo>
                    <a:pt x="2650377" y="1032469"/>
                  </a:lnTo>
                  <a:lnTo>
                    <a:pt x="2645230" y="1058170"/>
                  </a:lnTo>
                  <a:lnTo>
                    <a:pt x="2625115" y="1106639"/>
                  </a:lnTo>
                  <a:lnTo>
                    <a:pt x="2593255" y="1148397"/>
                  </a:lnTo>
                  <a:lnTo>
                    <a:pt x="2551671" y="1180439"/>
                  </a:lnTo>
                  <a:lnTo>
                    <a:pt x="2503028" y="1200554"/>
                  </a:lnTo>
                  <a:lnTo>
                    <a:pt x="2450871" y="1207439"/>
                  </a:lnTo>
                  <a:lnTo>
                    <a:pt x="201231" y="1207439"/>
                  </a:lnTo>
                  <a:lnTo>
                    <a:pt x="149258" y="1200554"/>
                  </a:lnTo>
                  <a:lnTo>
                    <a:pt x="100799" y="1180439"/>
                  </a:lnTo>
                  <a:lnTo>
                    <a:pt x="59037" y="1148575"/>
                  </a:lnTo>
                  <a:lnTo>
                    <a:pt x="27000" y="1106995"/>
                  </a:lnTo>
                  <a:lnTo>
                    <a:pt x="6884" y="1058352"/>
                  </a:lnTo>
                  <a:lnTo>
                    <a:pt x="0" y="1006195"/>
                  </a:lnTo>
                  <a:lnTo>
                    <a:pt x="355" y="201231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72879" y="2630144"/>
              <a:ext cx="152996" cy="1295653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9317520" y="2651760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4" h="1207135">
                  <a:moveTo>
                    <a:pt x="63715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32042" y="1206715"/>
                  </a:lnTo>
                  <a:lnTo>
                    <a:pt x="63715" y="120671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9317520" y="2651760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4" h="1207135">
                  <a:moveTo>
                    <a:pt x="32042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06715"/>
                  </a:lnTo>
                  <a:lnTo>
                    <a:pt x="32042" y="1206715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9542780" y="2821584"/>
            <a:ext cx="1736089" cy="811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Caretaker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Assignment</a:t>
            </a:r>
            <a:r>
              <a:rPr sz="12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2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scoped access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548995" y="4111193"/>
            <a:ext cx="2741930" cy="1296670"/>
            <a:chOff x="548995" y="4111193"/>
            <a:chExt cx="2741930" cy="1296670"/>
          </a:xfrm>
        </p:grpSpPr>
        <p:pic>
          <p:nvPicPr>
            <p:cNvPr id="73" name="object 7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995" y="4111193"/>
              <a:ext cx="2741396" cy="129636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93636" y="4132795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201599" y="0"/>
                  </a:moveTo>
                  <a:lnTo>
                    <a:pt x="149447" y="6884"/>
                  </a:lnTo>
                  <a:lnTo>
                    <a:pt x="100799" y="27000"/>
                  </a:lnTo>
                  <a:lnTo>
                    <a:pt x="59226" y="59042"/>
                  </a:lnTo>
                  <a:lnTo>
                    <a:pt x="27368" y="100799"/>
                  </a:lnTo>
                  <a:lnTo>
                    <a:pt x="7253" y="149269"/>
                  </a:lnTo>
                  <a:lnTo>
                    <a:pt x="368" y="201244"/>
                  </a:lnTo>
                  <a:lnTo>
                    <a:pt x="0" y="1006208"/>
                  </a:lnTo>
                  <a:lnTo>
                    <a:pt x="1738" y="1032538"/>
                  </a:lnTo>
                  <a:lnTo>
                    <a:pt x="15235" y="1083001"/>
                  </a:lnTo>
                  <a:lnTo>
                    <a:pt x="41671" y="1128908"/>
                  </a:lnTo>
                  <a:lnTo>
                    <a:pt x="78842" y="1165826"/>
                  </a:lnTo>
                  <a:lnTo>
                    <a:pt x="124445" y="1192100"/>
                  </a:lnTo>
                  <a:lnTo>
                    <a:pt x="174969" y="1205701"/>
                  </a:lnTo>
                  <a:lnTo>
                    <a:pt x="201244" y="1207439"/>
                  </a:lnTo>
                  <a:lnTo>
                    <a:pt x="2450884" y="1207439"/>
                  </a:lnTo>
                  <a:lnTo>
                    <a:pt x="2503041" y="1200554"/>
                  </a:lnTo>
                  <a:lnTo>
                    <a:pt x="2551684" y="1180439"/>
                  </a:lnTo>
                  <a:lnTo>
                    <a:pt x="2593263" y="1148402"/>
                  </a:lnTo>
                  <a:lnTo>
                    <a:pt x="2625128" y="1106639"/>
                  </a:lnTo>
                  <a:lnTo>
                    <a:pt x="2645182" y="1058360"/>
                  </a:lnTo>
                  <a:lnTo>
                    <a:pt x="2645243" y="1058181"/>
                  </a:lnTo>
                  <a:lnTo>
                    <a:pt x="2650379" y="1032538"/>
                  </a:lnTo>
                  <a:lnTo>
                    <a:pt x="2652128" y="1006208"/>
                  </a:lnTo>
                  <a:lnTo>
                    <a:pt x="2652104" y="201244"/>
                  </a:lnTo>
                  <a:lnTo>
                    <a:pt x="2645243" y="149447"/>
                  </a:lnTo>
                  <a:lnTo>
                    <a:pt x="2625128" y="100799"/>
                  </a:lnTo>
                  <a:lnTo>
                    <a:pt x="2593086" y="59226"/>
                  </a:lnTo>
                  <a:lnTo>
                    <a:pt x="2551328" y="27368"/>
                  </a:lnTo>
                  <a:lnTo>
                    <a:pt x="2502858" y="7253"/>
                  </a:lnTo>
                  <a:lnTo>
                    <a:pt x="2450884" y="368"/>
                  </a:lnTo>
                  <a:lnTo>
                    <a:pt x="201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93636" y="4132795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368" y="201244"/>
                  </a:moveTo>
                  <a:lnTo>
                    <a:pt x="2106" y="174969"/>
                  </a:lnTo>
                  <a:lnTo>
                    <a:pt x="7253" y="149269"/>
                  </a:lnTo>
                  <a:lnTo>
                    <a:pt x="27368" y="100799"/>
                  </a:lnTo>
                  <a:lnTo>
                    <a:pt x="59226" y="59042"/>
                  </a:lnTo>
                  <a:lnTo>
                    <a:pt x="100799" y="27000"/>
                  </a:lnTo>
                  <a:lnTo>
                    <a:pt x="149447" y="6884"/>
                  </a:lnTo>
                  <a:lnTo>
                    <a:pt x="201599" y="0"/>
                  </a:lnTo>
                  <a:lnTo>
                    <a:pt x="2450884" y="368"/>
                  </a:lnTo>
                  <a:lnTo>
                    <a:pt x="2502858" y="7253"/>
                  </a:lnTo>
                  <a:lnTo>
                    <a:pt x="2551328" y="27368"/>
                  </a:lnTo>
                  <a:lnTo>
                    <a:pt x="2593086" y="59226"/>
                  </a:lnTo>
                  <a:lnTo>
                    <a:pt x="2625128" y="100799"/>
                  </a:lnTo>
                  <a:lnTo>
                    <a:pt x="2645243" y="149447"/>
                  </a:lnTo>
                  <a:lnTo>
                    <a:pt x="2652128" y="201599"/>
                  </a:lnTo>
                  <a:lnTo>
                    <a:pt x="2652128" y="1006208"/>
                  </a:lnTo>
                  <a:lnTo>
                    <a:pt x="2650390" y="1032482"/>
                  </a:lnTo>
                  <a:lnTo>
                    <a:pt x="2645243" y="1058181"/>
                  </a:lnTo>
                  <a:lnTo>
                    <a:pt x="2625128" y="1106639"/>
                  </a:lnTo>
                  <a:lnTo>
                    <a:pt x="2593263" y="1148402"/>
                  </a:lnTo>
                  <a:lnTo>
                    <a:pt x="2551684" y="1180439"/>
                  </a:lnTo>
                  <a:lnTo>
                    <a:pt x="2503041" y="1200554"/>
                  </a:lnTo>
                  <a:lnTo>
                    <a:pt x="2450884" y="1207439"/>
                  </a:lnTo>
                  <a:lnTo>
                    <a:pt x="201244" y="1207439"/>
                  </a:lnTo>
                  <a:lnTo>
                    <a:pt x="149269" y="1200554"/>
                  </a:lnTo>
                  <a:lnTo>
                    <a:pt x="100799" y="1180439"/>
                  </a:lnTo>
                  <a:lnTo>
                    <a:pt x="59042" y="1148581"/>
                  </a:lnTo>
                  <a:lnTo>
                    <a:pt x="27000" y="1107008"/>
                  </a:lnTo>
                  <a:lnTo>
                    <a:pt x="6884" y="1058360"/>
                  </a:lnTo>
                  <a:lnTo>
                    <a:pt x="0" y="1006208"/>
                  </a:lnTo>
                  <a:lnTo>
                    <a:pt x="368" y="201244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9363" y="4111536"/>
              <a:ext cx="152996" cy="1295666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594004" y="4133164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4" h="1207135">
                  <a:moveTo>
                    <a:pt x="63715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32029" y="1206715"/>
                  </a:lnTo>
                  <a:lnTo>
                    <a:pt x="63715" y="120671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94004" y="4133164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4" h="1207135">
                  <a:moveTo>
                    <a:pt x="32029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06715"/>
                  </a:lnTo>
                  <a:lnTo>
                    <a:pt x="32029" y="1206715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819264" y="4302988"/>
            <a:ext cx="2075180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95" dirty="0">
                <a:solidFill>
                  <a:srgbClr val="122A49"/>
                </a:solidFill>
                <a:latin typeface="Arial Black"/>
                <a:cs typeface="Arial Black"/>
              </a:rPr>
              <a:t>Hospital</a:t>
            </a:r>
            <a:r>
              <a:rPr sz="1600" spc="-6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20" dirty="0">
                <a:solidFill>
                  <a:srgbClr val="122A49"/>
                </a:solidFill>
                <a:latin typeface="Arial Black"/>
                <a:cs typeface="Arial Black"/>
              </a:rPr>
              <a:t>admin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Users,</a:t>
            </a:r>
            <a:r>
              <a:rPr sz="12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doctors</a:t>
            </a:r>
            <a:r>
              <a:rPr sz="12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2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oversight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3456724" y="4111193"/>
            <a:ext cx="2741930" cy="1296670"/>
            <a:chOff x="3456724" y="4111193"/>
            <a:chExt cx="2741930" cy="1296670"/>
          </a:xfrm>
        </p:grpSpPr>
        <p:pic>
          <p:nvPicPr>
            <p:cNvPr id="81" name="object 8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6724" y="4111193"/>
              <a:ext cx="2741396" cy="1296365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3501364" y="4132795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201599" y="0"/>
                  </a:moveTo>
                  <a:lnTo>
                    <a:pt x="149442" y="6884"/>
                  </a:lnTo>
                  <a:lnTo>
                    <a:pt x="100799" y="27000"/>
                  </a:lnTo>
                  <a:lnTo>
                    <a:pt x="59215" y="59042"/>
                  </a:lnTo>
                  <a:lnTo>
                    <a:pt x="27355" y="100799"/>
                  </a:lnTo>
                  <a:lnTo>
                    <a:pt x="7240" y="149269"/>
                  </a:lnTo>
                  <a:lnTo>
                    <a:pt x="355" y="201244"/>
                  </a:lnTo>
                  <a:lnTo>
                    <a:pt x="0" y="1006208"/>
                  </a:lnTo>
                  <a:lnTo>
                    <a:pt x="1738" y="1032538"/>
                  </a:lnTo>
                  <a:lnTo>
                    <a:pt x="6849" y="1058181"/>
                  </a:lnTo>
                  <a:lnTo>
                    <a:pt x="6884" y="1058360"/>
                  </a:lnTo>
                  <a:lnTo>
                    <a:pt x="27000" y="1107008"/>
                  </a:lnTo>
                  <a:lnTo>
                    <a:pt x="59037" y="1148581"/>
                  </a:lnTo>
                  <a:lnTo>
                    <a:pt x="100799" y="1180439"/>
                  </a:lnTo>
                  <a:lnTo>
                    <a:pt x="149258" y="1200554"/>
                  </a:lnTo>
                  <a:lnTo>
                    <a:pt x="201231" y="1207439"/>
                  </a:lnTo>
                  <a:lnTo>
                    <a:pt x="2450871" y="1207439"/>
                  </a:lnTo>
                  <a:lnTo>
                    <a:pt x="2503028" y="1200554"/>
                  </a:lnTo>
                  <a:lnTo>
                    <a:pt x="2551671" y="1180439"/>
                  </a:lnTo>
                  <a:lnTo>
                    <a:pt x="2593255" y="1148402"/>
                  </a:lnTo>
                  <a:lnTo>
                    <a:pt x="2625115" y="1106639"/>
                  </a:lnTo>
                  <a:lnTo>
                    <a:pt x="2645169" y="1058360"/>
                  </a:lnTo>
                  <a:lnTo>
                    <a:pt x="2652115" y="1006208"/>
                  </a:lnTo>
                  <a:lnTo>
                    <a:pt x="2652092" y="201244"/>
                  </a:lnTo>
                  <a:lnTo>
                    <a:pt x="2645230" y="149447"/>
                  </a:lnTo>
                  <a:lnTo>
                    <a:pt x="2625115" y="100799"/>
                  </a:lnTo>
                  <a:lnTo>
                    <a:pt x="2593073" y="59226"/>
                  </a:lnTo>
                  <a:lnTo>
                    <a:pt x="2551315" y="27368"/>
                  </a:lnTo>
                  <a:lnTo>
                    <a:pt x="2502850" y="7253"/>
                  </a:lnTo>
                  <a:lnTo>
                    <a:pt x="2450871" y="368"/>
                  </a:lnTo>
                  <a:lnTo>
                    <a:pt x="201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501364" y="4132795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355" y="201244"/>
                  </a:moveTo>
                  <a:lnTo>
                    <a:pt x="2093" y="174969"/>
                  </a:lnTo>
                  <a:lnTo>
                    <a:pt x="7240" y="149269"/>
                  </a:lnTo>
                  <a:lnTo>
                    <a:pt x="27355" y="100799"/>
                  </a:lnTo>
                  <a:lnTo>
                    <a:pt x="59215" y="59042"/>
                  </a:lnTo>
                  <a:lnTo>
                    <a:pt x="100799" y="27000"/>
                  </a:lnTo>
                  <a:lnTo>
                    <a:pt x="149442" y="6884"/>
                  </a:lnTo>
                  <a:lnTo>
                    <a:pt x="201599" y="0"/>
                  </a:lnTo>
                  <a:lnTo>
                    <a:pt x="2450871" y="368"/>
                  </a:lnTo>
                  <a:lnTo>
                    <a:pt x="2502850" y="7253"/>
                  </a:lnTo>
                  <a:lnTo>
                    <a:pt x="2551315" y="27368"/>
                  </a:lnTo>
                  <a:lnTo>
                    <a:pt x="2593073" y="59226"/>
                  </a:lnTo>
                  <a:lnTo>
                    <a:pt x="2625115" y="100799"/>
                  </a:lnTo>
                  <a:lnTo>
                    <a:pt x="2645230" y="149447"/>
                  </a:lnTo>
                  <a:lnTo>
                    <a:pt x="2652115" y="201599"/>
                  </a:lnTo>
                  <a:lnTo>
                    <a:pt x="2652115" y="1006208"/>
                  </a:lnTo>
                  <a:lnTo>
                    <a:pt x="2650377" y="1032482"/>
                  </a:lnTo>
                  <a:lnTo>
                    <a:pt x="2645230" y="1058181"/>
                  </a:lnTo>
                  <a:lnTo>
                    <a:pt x="2625115" y="1106639"/>
                  </a:lnTo>
                  <a:lnTo>
                    <a:pt x="2593255" y="1148402"/>
                  </a:lnTo>
                  <a:lnTo>
                    <a:pt x="2551671" y="1180439"/>
                  </a:lnTo>
                  <a:lnTo>
                    <a:pt x="2503028" y="1200554"/>
                  </a:lnTo>
                  <a:lnTo>
                    <a:pt x="2450871" y="1207439"/>
                  </a:lnTo>
                  <a:lnTo>
                    <a:pt x="201231" y="1207439"/>
                  </a:lnTo>
                  <a:lnTo>
                    <a:pt x="149258" y="1200554"/>
                  </a:lnTo>
                  <a:lnTo>
                    <a:pt x="100799" y="1180439"/>
                  </a:lnTo>
                  <a:lnTo>
                    <a:pt x="59037" y="1148581"/>
                  </a:lnTo>
                  <a:lnTo>
                    <a:pt x="27000" y="1107008"/>
                  </a:lnTo>
                  <a:lnTo>
                    <a:pt x="6884" y="1058360"/>
                  </a:lnTo>
                  <a:lnTo>
                    <a:pt x="0" y="1006208"/>
                  </a:lnTo>
                  <a:lnTo>
                    <a:pt x="355" y="201244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7079" y="4111536"/>
              <a:ext cx="152996" cy="1295666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3501720" y="4133164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5" h="1207135">
                  <a:moveTo>
                    <a:pt x="63715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32042" y="1206715"/>
                  </a:lnTo>
                  <a:lnTo>
                    <a:pt x="63715" y="120671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501720" y="4133164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5" h="1207135">
                  <a:moveTo>
                    <a:pt x="32042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06715"/>
                  </a:lnTo>
                  <a:lnTo>
                    <a:pt x="32042" y="1206715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3726980" y="4302988"/>
            <a:ext cx="2090420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Nursing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Duties,</a:t>
            </a:r>
            <a:r>
              <a:rPr sz="12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tasks</a:t>
            </a:r>
            <a:r>
              <a:rPr sz="12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2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completion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6364439" y="4111193"/>
            <a:ext cx="2741930" cy="1296670"/>
            <a:chOff x="6364439" y="4111193"/>
            <a:chExt cx="2741930" cy="1296670"/>
          </a:xfrm>
        </p:grpSpPr>
        <p:pic>
          <p:nvPicPr>
            <p:cNvPr id="89" name="object 8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4439" y="4111193"/>
              <a:ext cx="2741396" cy="1296365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6409080" y="4132795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201599" y="0"/>
                  </a:moveTo>
                  <a:lnTo>
                    <a:pt x="149442" y="6884"/>
                  </a:lnTo>
                  <a:lnTo>
                    <a:pt x="100799" y="27000"/>
                  </a:lnTo>
                  <a:lnTo>
                    <a:pt x="59220" y="59042"/>
                  </a:lnTo>
                  <a:lnTo>
                    <a:pt x="27355" y="100799"/>
                  </a:lnTo>
                  <a:lnTo>
                    <a:pt x="7240" y="149269"/>
                  </a:lnTo>
                  <a:lnTo>
                    <a:pt x="355" y="201244"/>
                  </a:lnTo>
                  <a:lnTo>
                    <a:pt x="0" y="1006208"/>
                  </a:lnTo>
                  <a:lnTo>
                    <a:pt x="1738" y="1032538"/>
                  </a:lnTo>
                  <a:lnTo>
                    <a:pt x="6849" y="1058181"/>
                  </a:lnTo>
                  <a:lnTo>
                    <a:pt x="6884" y="1058360"/>
                  </a:lnTo>
                  <a:lnTo>
                    <a:pt x="27000" y="1107008"/>
                  </a:lnTo>
                  <a:lnTo>
                    <a:pt x="59042" y="1148581"/>
                  </a:lnTo>
                  <a:lnTo>
                    <a:pt x="100799" y="1180439"/>
                  </a:lnTo>
                  <a:lnTo>
                    <a:pt x="149264" y="1200554"/>
                  </a:lnTo>
                  <a:lnTo>
                    <a:pt x="201244" y="1207439"/>
                  </a:lnTo>
                  <a:lnTo>
                    <a:pt x="2450884" y="1207439"/>
                  </a:lnTo>
                  <a:lnTo>
                    <a:pt x="2503036" y="1200554"/>
                  </a:lnTo>
                  <a:lnTo>
                    <a:pt x="2551684" y="1180439"/>
                  </a:lnTo>
                  <a:lnTo>
                    <a:pt x="2593257" y="1148402"/>
                  </a:lnTo>
                  <a:lnTo>
                    <a:pt x="2625115" y="1106639"/>
                  </a:lnTo>
                  <a:lnTo>
                    <a:pt x="2645169" y="1058360"/>
                  </a:lnTo>
                  <a:lnTo>
                    <a:pt x="2652115" y="1006208"/>
                  </a:lnTo>
                  <a:lnTo>
                    <a:pt x="2652092" y="201244"/>
                  </a:lnTo>
                  <a:lnTo>
                    <a:pt x="2645230" y="149447"/>
                  </a:lnTo>
                  <a:lnTo>
                    <a:pt x="2625115" y="100799"/>
                  </a:lnTo>
                  <a:lnTo>
                    <a:pt x="2593078" y="59226"/>
                  </a:lnTo>
                  <a:lnTo>
                    <a:pt x="2551315" y="27368"/>
                  </a:lnTo>
                  <a:lnTo>
                    <a:pt x="2502857" y="7253"/>
                  </a:lnTo>
                  <a:lnTo>
                    <a:pt x="2450884" y="368"/>
                  </a:lnTo>
                  <a:lnTo>
                    <a:pt x="201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409080" y="4132795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355" y="201244"/>
                  </a:moveTo>
                  <a:lnTo>
                    <a:pt x="2093" y="174969"/>
                  </a:lnTo>
                  <a:lnTo>
                    <a:pt x="7240" y="149269"/>
                  </a:lnTo>
                  <a:lnTo>
                    <a:pt x="27355" y="100799"/>
                  </a:lnTo>
                  <a:lnTo>
                    <a:pt x="59220" y="59042"/>
                  </a:lnTo>
                  <a:lnTo>
                    <a:pt x="100799" y="27000"/>
                  </a:lnTo>
                  <a:lnTo>
                    <a:pt x="149442" y="6884"/>
                  </a:lnTo>
                  <a:lnTo>
                    <a:pt x="201599" y="0"/>
                  </a:lnTo>
                  <a:lnTo>
                    <a:pt x="2450884" y="368"/>
                  </a:lnTo>
                  <a:lnTo>
                    <a:pt x="2502857" y="7253"/>
                  </a:lnTo>
                  <a:lnTo>
                    <a:pt x="2551315" y="27368"/>
                  </a:lnTo>
                  <a:lnTo>
                    <a:pt x="2593078" y="59226"/>
                  </a:lnTo>
                  <a:lnTo>
                    <a:pt x="2625115" y="100799"/>
                  </a:lnTo>
                  <a:lnTo>
                    <a:pt x="2645230" y="149447"/>
                  </a:lnTo>
                  <a:lnTo>
                    <a:pt x="2652115" y="201599"/>
                  </a:lnTo>
                  <a:lnTo>
                    <a:pt x="2652115" y="1006208"/>
                  </a:lnTo>
                  <a:lnTo>
                    <a:pt x="2650377" y="1032482"/>
                  </a:lnTo>
                  <a:lnTo>
                    <a:pt x="2645230" y="1058181"/>
                  </a:lnTo>
                  <a:lnTo>
                    <a:pt x="2625115" y="1106639"/>
                  </a:lnTo>
                  <a:lnTo>
                    <a:pt x="2593257" y="1148402"/>
                  </a:lnTo>
                  <a:lnTo>
                    <a:pt x="2551684" y="1180439"/>
                  </a:lnTo>
                  <a:lnTo>
                    <a:pt x="2503036" y="1200554"/>
                  </a:lnTo>
                  <a:lnTo>
                    <a:pt x="2450884" y="1207439"/>
                  </a:lnTo>
                  <a:lnTo>
                    <a:pt x="201244" y="1207439"/>
                  </a:lnTo>
                  <a:lnTo>
                    <a:pt x="149264" y="1200554"/>
                  </a:lnTo>
                  <a:lnTo>
                    <a:pt x="100799" y="1180439"/>
                  </a:lnTo>
                  <a:lnTo>
                    <a:pt x="59042" y="1148581"/>
                  </a:lnTo>
                  <a:lnTo>
                    <a:pt x="27000" y="1107008"/>
                  </a:lnTo>
                  <a:lnTo>
                    <a:pt x="6884" y="1058360"/>
                  </a:lnTo>
                  <a:lnTo>
                    <a:pt x="0" y="1006208"/>
                  </a:lnTo>
                  <a:lnTo>
                    <a:pt x="355" y="201244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4795" y="4111536"/>
              <a:ext cx="152996" cy="1295666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6409435" y="4133164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5" h="1207135">
                  <a:moveTo>
                    <a:pt x="63728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32042" y="1206715"/>
                  </a:lnTo>
                  <a:lnTo>
                    <a:pt x="63728" y="1206715"/>
                  </a:lnTo>
                  <a:lnTo>
                    <a:pt x="63728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409435" y="4133164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5" h="1207135">
                  <a:moveTo>
                    <a:pt x="32042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63728" y="0"/>
                  </a:lnTo>
                  <a:lnTo>
                    <a:pt x="63728" y="1206715"/>
                  </a:lnTo>
                  <a:lnTo>
                    <a:pt x="32042" y="1206715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6635063" y="4302988"/>
            <a:ext cx="1951355" cy="811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Notifications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In-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app</a:t>
            </a:r>
            <a:r>
              <a:rPr sz="12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or</a:t>
            </a:r>
            <a:r>
              <a:rPr sz="12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external</a:t>
            </a:r>
            <a:r>
              <a:rPr sz="12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alerts</a:t>
            </a:r>
            <a:r>
              <a:rPr sz="12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25" dirty="0">
                <a:solidFill>
                  <a:srgbClr val="2C3A48"/>
                </a:solidFill>
                <a:latin typeface="Noto Sans"/>
                <a:cs typeface="Noto Sans"/>
              </a:rPr>
              <a:t>as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configured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9272523" y="4111193"/>
            <a:ext cx="2741930" cy="1296670"/>
            <a:chOff x="9272523" y="4111193"/>
            <a:chExt cx="2741930" cy="1296670"/>
          </a:xfrm>
        </p:grpSpPr>
        <p:pic>
          <p:nvPicPr>
            <p:cNvPr id="97" name="object 9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72523" y="4111193"/>
              <a:ext cx="2741396" cy="1296365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9317164" y="4132795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201599" y="0"/>
                  </a:moveTo>
                  <a:lnTo>
                    <a:pt x="149442" y="6884"/>
                  </a:lnTo>
                  <a:lnTo>
                    <a:pt x="100799" y="27000"/>
                  </a:lnTo>
                  <a:lnTo>
                    <a:pt x="59215" y="59042"/>
                  </a:lnTo>
                  <a:lnTo>
                    <a:pt x="27355" y="100799"/>
                  </a:lnTo>
                  <a:lnTo>
                    <a:pt x="7240" y="149269"/>
                  </a:lnTo>
                  <a:lnTo>
                    <a:pt x="355" y="201244"/>
                  </a:lnTo>
                  <a:lnTo>
                    <a:pt x="0" y="1006208"/>
                  </a:lnTo>
                  <a:lnTo>
                    <a:pt x="1738" y="1032538"/>
                  </a:lnTo>
                  <a:lnTo>
                    <a:pt x="15235" y="1083001"/>
                  </a:lnTo>
                  <a:lnTo>
                    <a:pt x="41669" y="1128908"/>
                  </a:lnTo>
                  <a:lnTo>
                    <a:pt x="78837" y="1165826"/>
                  </a:lnTo>
                  <a:lnTo>
                    <a:pt x="124437" y="1192100"/>
                  </a:lnTo>
                  <a:lnTo>
                    <a:pt x="174957" y="1205701"/>
                  </a:lnTo>
                  <a:lnTo>
                    <a:pt x="201231" y="1207439"/>
                  </a:lnTo>
                  <a:lnTo>
                    <a:pt x="2450871" y="1207439"/>
                  </a:lnTo>
                  <a:lnTo>
                    <a:pt x="2503028" y="1200554"/>
                  </a:lnTo>
                  <a:lnTo>
                    <a:pt x="2551671" y="1180439"/>
                  </a:lnTo>
                  <a:lnTo>
                    <a:pt x="2593255" y="1148402"/>
                  </a:lnTo>
                  <a:lnTo>
                    <a:pt x="2625115" y="1106639"/>
                  </a:lnTo>
                  <a:lnTo>
                    <a:pt x="2645169" y="1058360"/>
                  </a:lnTo>
                  <a:lnTo>
                    <a:pt x="2652115" y="1006208"/>
                  </a:lnTo>
                  <a:lnTo>
                    <a:pt x="2652092" y="201244"/>
                  </a:lnTo>
                  <a:lnTo>
                    <a:pt x="2645230" y="149447"/>
                  </a:lnTo>
                  <a:lnTo>
                    <a:pt x="2625115" y="100799"/>
                  </a:lnTo>
                  <a:lnTo>
                    <a:pt x="2593073" y="59226"/>
                  </a:lnTo>
                  <a:lnTo>
                    <a:pt x="2551315" y="27368"/>
                  </a:lnTo>
                  <a:lnTo>
                    <a:pt x="2502850" y="7253"/>
                  </a:lnTo>
                  <a:lnTo>
                    <a:pt x="2450871" y="368"/>
                  </a:lnTo>
                  <a:lnTo>
                    <a:pt x="201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9317164" y="4132795"/>
              <a:ext cx="2652395" cy="1207770"/>
            </a:xfrm>
            <a:custGeom>
              <a:avLst/>
              <a:gdLst/>
              <a:ahLst/>
              <a:cxnLst/>
              <a:rect l="l" t="t" r="r" b="b"/>
              <a:pathLst>
                <a:path w="2652395" h="1207770">
                  <a:moveTo>
                    <a:pt x="355" y="201244"/>
                  </a:moveTo>
                  <a:lnTo>
                    <a:pt x="2093" y="174969"/>
                  </a:lnTo>
                  <a:lnTo>
                    <a:pt x="7240" y="149269"/>
                  </a:lnTo>
                  <a:lnTo>
                    <a:pt x="27355" y="100799"/>
                  </a:lnTo>
                  <a:lnTo>
                    <a:pt x="59215" y="59042"/>
                  </a:lnTo>
                  <a:lnTo>
                    <a:pt x="100799" y="27000"/>
                  </a:lnTo>
                  <a:lnTo>
                    <a:pt x="149442" y="6884"/>
                  </a:lnTo>
                  <a:lnTo>
                    <a:pt x="201599" y="0"/>
                  </a:lnTo>
                  <a:lnTo>
                    <a:pt x="2450871" y="368"/>
                  </a:lnTo>
                  <a:lnTo>
                    <a:pt x="2502850" y="7253"/>
                  </a:lnTo>
                  <a:lnTo>
                    <a:pt x="2551315" y="27368"/>
                  </a:lnTo>
                  <a:lnTo>
                    <a:pt x="2593073" y="59226"/>
                  </a:lnTo>
                  <a:lnTo>
                    <a:pt x="2625115" y="100799"/>
                  </a:lnTo>
                  <a:lnTo>
                    <a:pt x="2645230" y="149447"/>
                  </a:lnTo>
                  <a:lnTo>
                    <a:pt x="2652115" y="201599"/>
                  </a:lnTo>
                  <a:lnTo>
                    <a:pt x="2652115" y="1006208"/>
                  </a:lnTo>
                  <a:lnTo>
                    <a:pt x="2650377" y="1032482"/>
                  </a:lnTo>
                  <a:lnTo>
                    <a:pt x="2645230" y="1058181"/>
                  </a:lnTo>
                  <a:lnTo>
                    <a:pt x="2625115" y="1106639"/>
                  </a:lnTo>
                  <a:lnTo>
                    <a:pt x="2593255" y="1148402"/>
                  </a:lnTo>
                  <a:lnTo>
                    <a:pt x="2551671" y="1180439"/>
                  </a:lnTo>
                  <a:lnTo>
                    <a:pt x="2503028" y="1200554"/>
                  </a:lnTo>
                  <a:lnTo>
                    <a:pt x="2450871" y="1207439"/>
                  </a:lnTo>
                  <a:lnTo>
                    <a:pt x="201231" y="1207439"/>
                  </a:lnTo>
                  <a:lnTo>
                    <a:pt x="149258" y="1200554"/>
                  </a:lnTo>
                  <a:lnTo>
                    <a:pt x="100799" y="1180439"/>
                  </a:lnTo>
                  <a:lnTo>
                    <a:pt x="59037" y="1148581"/>
                  </a:lnTo>
                  <a:lnTo>
                    <a:pt x="27000" y="1107008"/>
                  </a:lnTo>
                  <a:lnTo>
                    <a:pt x="6884" y="1058360"/>
                  </a:lnTo>
                  <a:lnTo>
                    <a:pt x="0" y="1006208"/>
                  </a:lnTo>
                  <a:lnTo>
                    <a:pt x="355" y="201244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72879" y="4111536"/>
              <a:ext cx="152996" cy="1295666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9317520" y="4133164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4" h="1207135">
                  <a:moveTo>
                    <a:pt x="63715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32042" y="1206715"/>
                  </a:lnTo>
                  <a:lnTo>
                    <a:pt x="63715" y="120671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9317520" y="4133164"/>
              <a:ext cx="64135" cy="1207135"/>
            </a:xfrm>
            <a:custGeom>
              <a:avLst/>
              <a:gdLst/>
              <a:ahLst/>
              <a:cxnLst/>
              <a:rect l="l" t="t" r="r" b="b"/>
              <a:pathLst>
                <a:path w="64134" h="1207135">
                  <a:moveTo>
                    <a:pt x="32042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06715"/>
                  </a:lnTo>
                  <a:lnTo>
                    <a:pt x="32042" y="1206715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9542780" y="4302988"/>
            <a:ext cx="2093595" cy="811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122A49"/>
                </a:solidFill>
                <a:latin typeface="Arial Black"/>
                <a:cs typeface="Arial Black"/>
              </a:rPr>
              <a:t>Monitoring</a:t>
            </a:r>
            <a:r>
              <a:rPr sz="1600" spc="-4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95" dirty="0">
                <a:solidFill>
                  <a:srgbClr val="122A49"/>
                </a:solidFill>
                <a:latin typeface="Arial Black"/>
                <a:cs typeface="Arial Black"/>
              </a:rPr>
              <a:t>research</a:t>
            </a:r>
            <a:endParaRPr sz="1600">
              <a:latin typeface="Arial Black"/>
              <a:cs typeface="Arial Black"/>
            </a:endParaRPr>
          </a:p>
          <a:p>
            <a:pPr marL="12700" marR="62230">
              <a:lnSpc>
                <a:spcPct val="100000"/>
              </a:lnSpc>
              <a:spcBef>
                <a:spcPts val="1395"/>
              </a:spcBef>
            </a:pP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CSI</a:t>
            </a:r>
            <a:r>
              <a:rPr sz="12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UI</a:t>
            </a:r>
            <a:r>
              <a:rPr sz="12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2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sensor</a:t>
            </a:r>
            <a:r>
              <a:rPr sz="12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prototype direction</a:t>
            </a:r>
            <a:endParaRPr sz="1200">
              <a:latin typeface="Noto Sans"/>
              <a:cs typeface="Noto Sans"/>
            </a:endParaRPr>
          </a:p>
        </p:txBody>
      </p:sp>
      <p:sp>
        <p:nvSpPr>
          <p:cNvPr id="105" name="object 10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104" name="object 10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AI-</a:t>
            </a:r>
            <a:r>
              <a:rPr spc="-215" dirty="0"/>
              <a:t>Assisted</a:t>
            </a:r>
            <a:r>
              <a:rPr spc="-185" dirty="0"/>
              <a:t> </a:t>
            </a:r>
            <a:r>
              <a:rPr spc="-165" dirty="0"/>
              <a:t>Medical</a:t>
            </a:r>
            <a:r>
              <a:rPr spc="-175" dirty="0"/>
              <a:t> </a:t>
            </a:r>
            <a:r>
              <a:rPr spc="-140" dirty="0"/>
              <a:t>Report</a:t>
            </a:r>
            <a:r>
              <a:rPr spc="-175" dirty="0"/>
              <a:t> </a:t>
            </a:r>
            <a:r>
              <a:rPr spc="-145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5635" y="819353"/>
            <a:ext cx="747395" cy="139065"/>
            <a:chOff x="485635" y="819353"/>
            <a:chExt cx="747395" cy="139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635" y="819353"/>
              <a:ext cx="747356" cy="138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658088" y="0"/>
                  </a:moveTo>
                  <a:lnTo>
                    <a:pt x="0" y="0"/>
                  </a:lnTo>
                  <a:lnTo>
                    <a:pt x="0" y="50037"/>
                  </a:lnTo>
                  <a:lnTo>
                    <a:pt x="329044" y="50037"/>
                  </a:lnTo>
                  <a:lnTo>
                    <a:pt x="658088" y="50037"/>
                  </a:lnTo>
                  <a:lnTo>
                    <a:pt x="658088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329044" y="50037"/>
                  </a:moveTo>
                  <a:lnTo>
                    <a:pt x="0" y="50037"/>
                  </a:lnTo>
                  <a:lnTo>
                    <a:pt x="0" y="0"/>
                  </a:lnTo>
                  <a:lnTo>
                    <a:pt x="658088" y="0"/>
                  </a:lnTo>
                  <a:lnTo>
                    <a:pt x="658088" y="50037"/>
                  </a:lnTo>
                  <a:lnTo>
                    <a:pt x="329044" y="50037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85900" y="818908"/>
            <a:ext cx="53873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Confirmed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by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project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owner: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report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upload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and</a:t>
            </a:r>
            <a:r>
              <a:rPr sz="1000" spc="-2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analysis/description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display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are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completed</a:t>
            </a:r>
            <a:endParaRPr sz="1000">
              <a:latin typeface="Noto Sans"/>
              <a:cs typeface="Noto San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0803" y="1395349"/>
            <a:ext cx="2606675" cy="894080"/>
            <a:chOff x="640803" y="1395349"/>
            <a:chExt cx="2606675" cy="89408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803" y="1395349"/>
              <a:ext cx="2606395" cy="89388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444" y="1416964"/>
              <a:ext cx="2517140" cy="805180"/>
            </a:xfrm>
            <a:custGeom>
              <a:avLst/>
              <a:gdLst/>
              <a:ahLst/>
              <a:cxnLst/>
              <a:rect l="l" t="t" r="r" b="b"/>
              <a:pathLst>
                <a:path w="2517140" h="805180">
                  <a:moveTo>
                    <a:pt x="134632" y="0"/>
                  </a:moveTo>
                  <a:lnTo>
                    <a:pt x="83145" y="10324"/>
                  </a:lnTo>
                  <a:lnTo>
                    <a:pt x="39730" y="39414"/>
                  </a:lnTo>
                  <a:lnTo>
                    <a:pt x="10530" y="82990"/>
                  </a:lnTo>
                  <a:lnTo>
                    <a:pt x="355" y="134277"/>
                  </a:lnTo>
                  <a:lnTo>
                    <a:pt x="0" y="670674"/>
                  </a:lnTo>
                  <a:lnTo>
                    <a:pt x="1181" y="688176"/>
                  </a:lnTo>
                  <a:lnTo>
                    <a:pt x="1192" y="688331"/>
                  </a:lnTo>
                  <a:lnTo>
                    <a:pt x="4642" y="705372"/>
                  </a:lnTo>
                  <a:lnTo>
                    <a:pt x="4678" y="705550"/>
                  </a:lnTo>
                  <a:lnTo>
                    <a:pt x="10256" y="721961"/>
                  </a:lnTo>
                  <a:lnTo>
                    <a:pt x="10324" y="722161"/>
                  </a:lnTo>
                  <a:lnTo>
                    <a:pt x="17995" y="737997"/>
                  </a:lnTo>
                  <a:lnTo>
                    <a:pt x="27724" y="752329"/>
                  </a:lnTo>
                  <a:lnTo>
                    <a:pt x="27826" y="752479"/>
                  </a:lnTo>
                  <a:lnTo>
                    <a:pt x="67309" y="786955"/>
                  </a:lnTo>
                  <a:lnTo>
                    <a:pt x="116775" y="803809"/>
                  </a:lnTo>
                  <a:lnTo>
                    <a:pt x="134277" y="804951"/>
                  </a:lnTo>
                  <a:lnTo>
                    <a:pt x="2382837" y="804951"/>
                  </a:lnTo>
                  <a:lnTo>
                    <a:pt x="2399754" y="803809"/>
                  </a:lnTo>
                  <a:lnTo>
                    <a:pt x="2400248" y="803809"/>
                  </a:lnTo>
                  <a:lnTo>
                    <a:pt x="2450160" y="786955"/>
                  </a:lnTo>
                  <a:lnTo>
                    <a:pt x="2489288" y="752329"/>
                  </a:lnTo>
                  <a:lnTo>
                    <a:pt x="2506840" y="722161"/>
                  </a:lnTo>
                  <a:lnTo>
                    <a:pt x="2506940" y="721961"/>
                  </a:lnTo>
                  <a:lnTo>
                    <a:pt x="2512509" y="705550"/>
                  </a:lnTo>
                  <a:lnTo>
                    <a:pt x="2512569" y="705372"/>
                  </a:lnTo>
                  <a:lnTo>
                    <a:pt x="2515941" y="688331"/>
                  </a:lnTo>
                  <a:lnTo>
                    <a:pt x="2515972" y="688176"/>
                  </a:lnTo>
                  <a:lnTo>
                    <a:pt x="2517114" y="670674"/>
                  </a:lnTo>
                  <a:lnTo>
                    <a:pt x="2517090" y="134277"/>
                  </a:lnTo>
                  <a:lnTo>
                    <a:pt x="2506790" y="83145"/>
                  </a:lnTo>
                  <a:lnTo>
                    <a:pt x="2477693" y="39730"/>
                  </a:lnTo>
                  <a:lnTo>
                    <a:pt x="2434117" y="10530"/>
                  </a:lnTo>
                  <a:lnTo>
                    <a:pt x="2382837" y="355"/>
                  </a:lnTo>
                  <a:lnTo>
                    <a:pt x="1346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444" y="1416964"/>
              <a:ext cx="2517140" cy="805180"/>
            </a:xfrm>
            <a:custGeom>
              <a:avLst/>
              <a:gdLst/>
              <a:ahLst/>
              <a:cxnLst/>
              <a:rect l="l" t="t" r="r" b="b"/>
              <a:pathLst>
                <a:path w="2517140" h="805180">
                  <a:moveTo>
                    <a:pt x="355" y="134277"/>
                  </a:moveTo>
                  <a:lnTo>
                    <a:pt x="1497" y="116775"/>
                  </a:lnTo>
                  <a:lnTo>
                    <a:pt x="4900" y="99579"/>
                  </a:lnTo>
                  <a:lnTo>
                    <a:pt x="28181" y="52621"/>
                  </a:lnTo>
                  <a:lnTo>
                    <a:pt x="67309" y="17995"/>
                  </a:lnTo>
                  <a:lnTo>
                    <a:pt x="116975" y="1192"/>
                  </a:lnTo>
                  <a:lnTo>
                    <a:pt x="134632" y="0"/>
                  </a:lnTo>
                  <a:lnTo>
                    <a:pt x="2382837" y="355"/>
                  </a:lnTo>
                  <a:lnTo>
                    <a:pt x="2434117" y="10530"/>
                  </a:lnTo>
                  <a:lnTo>
                    <a:pt x="2477693" y="39730"/>
                  </a:lnTo>
                  <a:lnTo>
                    <a:pt x="2506790" y="83145"/>
                  </a:lnTo>
                  <a:lnTo>
                    <a:pt x="2517114" y="134632"/>
                  </a:lnTo>
                  <a:lnTo>
                    <a:pt x="2517114" y="670674"/>
                  </a:lnTo>
                  <a:lnTo>
                    <a:pt x="2515972" y="688176"/>
                  </a:lnTo>
                  <a:lnTo>
                    <a:pt x="2512569" y="705372"/>
                  </a:lnTo>
                  <a:lnTo>
                    <a:pt x="2489288" y="752329"/>
                  </a:lnTo>
                  <a:lnTo>
                    <a:pt x="2450160" y="786955"/>
                  </a:lnTo>
                  <a:lnTo>
                    <a:pt x="2400495" y="803759"/>
                  </a:lnTo>
                  <a:lnTo>
                    <a:pt x="2382837" y="804951"/>
                  </a:lnTo>
                  <a:lnTo>
                    <a:pt x="134277" y="804951"/>
                  </a:lnTo>
                  <a:lnTo>
                    <a:pt x="82990" y="794776"/>
                  </a:lnTo>
                  <a:lnTo>
                    <a:pt x="39414" y="765581"/>
                  </a:lnTo>
                  <a:lnTo>
                    <a:pt x="10324" y="722161"/>
                  </a:lnTo>
                  <a:lnTo>
                    <a:pt x="0" y="670674"/>
                  </a:lnTo>
                  <a:lnTo>
                    <a:pt x="355" y="134277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84376" y="1531266"/>
            <a:ext cx="1320800" cy="54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8780" marR="5080" indent="-386715">
              <a:lnSpc>
                <a:spcPct val="132100"/>
              </a:lnSpc>
              <a:spcBef>
                <a:spcPts val="100"/>
              </a:spcBef>
            </a:pPr>
            <a:r>
              <a:rPr sz="1300" spc="-65" dirty="0">
                <a:solidFill>
                  <a:srgbClr val="122A49"/>
                </a:solidFill>
                <a:latin typeface="Arial Black"/>
                <a:cs typeface="Arial Black"/>
              </a:rPr>
              <a:t>Patient</a:t>
            </a:r>
            <a:r>
              <a:rPr sz="1300" spc="-4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300" spc="-70" dirty="0">
                <a:solidFill>
                  <a:srgbClr val="122A49"/>
                </a:solidFill>
                <a:latin typeface="Arial Black"/>
                <a:cs typeface="Arial Black"/>
              </a:rPr>
              <a:t>uploads </a:t>
            </a:r>
            <a:r>
              <a:rPr sz="1300" spc="-10" dirty="0">
                <a:solidFill>
                  <a:srgbClr val="122A49"/>
                </a:solidFill>
                <a:latin typeface="Arial Black"/>
                <a:cs typeface="Arial Black"/>
              </a:rPr>
              <a:t>report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71215" y="158750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413874" y="1395349"/>
            <a:ext cx="2606675" cy="894080"/>
            <a:chOff x="3413874" y="1395349"/>
            <a:chExt cx="2606675" cy="89408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3874" y="1395349"/>
              <a:ext cx="2606395" cy="89388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58514" y="1416964"/>
              <a:ext cx="2517140" cy="805180"/>
            </a:xfrm>
            <a:custGeom>
              <a:avLst/>
              <a:gdLst/>
              <a:ahLst/>
              <a:cxnLst/>
              <a:rect l="l" t="t" r="r" b="b"/>
              <a:pathLst>
                <a:path w="2517140" h="805180">
                  <a:moveTo>
                    <a:pt x="134645" y="0"/>
                  </a:moveTo>
                  <a:lnTo>
                    <a:pt x="83158" y="10324"/>
                  </a:lnTo>
                  <a:lnTo>
                    <a:pt x="39743" y="39414"/>
                  </a:lnTo>
                  <a:lnTo>
                    <a:pt x="10542" y="82990"/>
                  </a:lnTo>
                  <a:lnTo>
                    <a:pt x="368" y="134277"/>
                  </a:lnTo>
                  <a:lnTo>
                    <a:pt x="0" y="670674"/>
                  </a:lnTo>
                  <a:lnTo>
                    <a:pt x="1183" y="688176"/>
                  </a:lnTo>
                  <a:lnTo>
                    <a:pt x="1193" y="688331"/>
                  </a:lnTo>
                  <a:lnTo>
                    <a:pt x="4648" y="705372"/>
                  </a:lnTo>
                  <a:lnTo>
                    <a:pt x="4684" y="705550"/>
                  </a:lnTo>
                  <a:lnTo>
                    <a:pt x="10267" y="721961"/>
                  </a:lnTo>
                  <a:lnTo>
                    <a:pt x="10335" y="722161"/>
                  </a:lnTo>
                  <a:lnTo>
                    <a:pt x="18008" y="737997"/>
                  </a:lnTo>
                  <a:lnTo>
                    <a:pt x="27735" y="752329"/>
                  </a:lnTo>
                  <a:lnTo>
                    <a:pt x="27837" y="752479"/>
                  </a:lnTo>
                  <a:lnTo>
                    <a:pt x="67322" y="786955"/>
                  </a:lnTo>
                  <a:lnTo>
                    <a:pt x="116787" y="803809"/>
                  </a:lnTo>
                  <a:lnTo>
                    <a:pt x="134289" y="804951"/>
                  </a:lnTo>
                  <a:lnTo>
                    <a:pt x="2382850" y="804951"/>
                  </a:lnTo>
                  <a:lnTo>
                    <a:pt x="2399761" y="803809"/>
                  </a:lnTo>
                  <a:lnTo>
                    <a:pt x="2400255" y="803809"/>
                  </a:lnTo>
                  <a:lnTo>
                    <a:pt x="2450160" y="786955"/>
                  </a:lnTo>
                  <a:lnTo>
                    <a:pt x="2489300" y="752329"/>
                  </a:lnTo>
                  <a:lnTo>
                    <a:pt x="2506853" y="722161"/>
                  </a:lnTo>
                  <a:lnTo>
                    <a:pt x="2506952" y="721961"/>
                  </a:lnTo>
                  <a:lnTo>
                    <a:pt x="2512521" y="705550"/>
                  </a:lnTo>
                  <a:lnTo>
                    <a:pt x="2512582" y="705372"/>
                  </a:lnTo>
                  <a:lnTo>
                    <a:pt x="2515954" y="688331"/>
                  </a:lnTo>
                  <a:lnTo>
                    <a:pt x="2515985" y="688176"/>
                  </a:lnTo>
                  <a:lnTo>
                    <a:pt x="2517127" y="670674"/>
                  </a:lnTo>
                  <a:lnTo>
                    <a:pt x="2517103" y="134277"/>
                  </a:lnTo>
                  <a:lnTo>
                    <a:pt x="2515935" y="116975"/>
                  </a:lnTo>
                  <a:lnTo>
                    <a:pt x="2499131" y="67310"/>
                  </a:lnTo>
                  <a:lnTo>
                    <a:pt x="2464498" y="28181"/>
                  </a:lnTo>
                  <a:lnTo>
                    <a:pt x="2417541" y="4900"/>
                  </a:lnTo>
                  <a:lnTo>
                    <a:pt x="2382850" y="355"/>
                  </a:lnTo>
                  <a:lnTo>
                    <a:pt x="1346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58514" y="1416964"/>
              <a:ext cx="2517140" cy="805180"/>
            </a:xfrm>
            <a:custGeom>
              <a:avLst/>
              <a:gdLst/>
              <a:ahLst/>
              <a:cxnLst/>
              <a:rect l="l" t="t" r="r" b="b"/>
              <a:pathLst>
                <a:path w="2517140" h="805180">
                  <a:moveTo>
                    <a:pt x="368" y="134277"/>
                  </a:moveTo>
                  <a:lnTo>
                    <a:pt x="1510" y="116775"/>
                  </a:lnTo>
                  <a:lnTo>
                    <a:pt x="4913" y="99579"/>
                  </a:lnTo>
                  <a:lnTo>
                    <a:pt x="28194" y="52621"/>
                  </a:lnTo>
                  <a:lnTo>
                    <a:pt x="67322" y="17995"/>
                  </a:lnTo>
                  <a:lnTo>
                    <a:pt x="116987" y="1192"/>
                  </a:lnTo>
                  <a:lnTo>
                    <a:pt x="134645" y="0"/>
                  </a:lnTo>
                  <a:lnTo>
                    <a:pt x="2382850" y="355"/>
                  </a:lnTo>
                  <a:lnTo>
                    <a:pt x="2434129" y="10530"/>
                  </a:lnTo>
                  <a:lnTo>
                    <a:pt x="2477706" y="39730"/>
                  </a:lnTo>
                  <a:lnTo>
                    <a:pt x="2506802" y="83145"/>
                  </a:lnTo>
                  <a:lnTo>
                    <a:pt x="2517127" y="134632"/>
                  </a:lnTo>
                  <a:lnTo>
                    <a:pt x="2517127" y="670674"/>
                  </a:lnTo>
                  <a:lnTo>
                    <a:pt x="2515985" y="688176"/>
                  </a:lnTo>
                  <a:lnTo>
                    <a:pt x="2512582" y="705372"/>
                  </a:lnTo>
                  <a:lnTo>
                    <a:pt x="2489300" y="752329"/>
                  </a:lnTo>
                  <a:lnTo>
                    <a:pt x="2450160" y="786955"/>
                  </a:lnTo>
                  <a:lnTo>
                    <a:pt x="2400502" y="803759"/>
                  </a:lnTo>
                  <a:lnTo>
                    <a:pt x="2382850" y="804951"/>
                  </a:lnTo>
                  <a:lnTo>
                    <a:pt x="134289" y="804951"/>
                  </a:lnTo>
                  <a:lnTo>
                    <a:pt x="83003" y="794776"/>
                  </a:lnTo>
                  <a:lnTo>
                    <a:pt x="39422" y="765581"/>
                  </a:lnTo>
                  <a:lnTo>
                    <a:pt x="10335" y="722161"/>
                  </a:lnTo>
                  <a:lnTo>
                    <a:pt x="0" y="670674"/>
                  </a:lnTo>
                  <a:lnTo>
                    <a:pt x="368" y="134277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034066" y="1531266"/>
            <a:ext cx="1367155" cy="54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230" marR="5080" indent="-304165">
              <a:lnSpc>
                <a:spcPct val="132100"/>
              </a:lnSpc>
              <a:spcBef>
                <a:spcPts val="100"/>
              </a:spcBef>
            </a:pPr>
            <a:r>
              <a:rPr sz="1300" spc="-70" dirty="0">
                <a:solidFill>
                  <a:srgbClr val="122A49"/>
                </a:solidFill>
                <a:latin typeface="Arial Black"/>
                <a:cs typeface="Arial Black"/>
              </a:rPr>
              <a:t>Document</a:t>
            </a:r>
            <a:r>
              <a:rPr sz="1300" spc="-6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300" spc="170" dirty="0">
                <a:solidFill>
                  <a:srgbClr val="122A49"/>
                </a:solidFill>
                <a:latin typeface="Arial Black"/>
                <a:cs typeface="Arial Black"/>
              </a:rPr>
              <a:t>/</a:t>
            </a:r>
            <a:r>
              <a:rPr sz="1300" spc="-6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300" spc="-75" dirty="0">
                <a:solidFill>
                  <a:srgbClr val="122A49"/>
                </a:solidFill>
                <a:latin typeface="Arial Black"/>
                <a:cs typeface="Arial Black"/>
              </a:rPr>
              <a:t>text </a:t>
            </a:r>
            <a:r>
              <a:rPr sz="1300" spc="-10" dirty="0">
                <a:solidFill>
                  <a:srgbClr val="122A49"/>
                </a:solidFill>
                <a:latin typeface="Arial Black"/>
                <a:cs typeface="Arial Black"/>
              </a:rPr>
              <a:t>handling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44298" y="158750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86601" y="1395349"/>
            <a:ext cx="2606675" cy="894080"/>
            <a:chOff x="6186601" y="1395349"/>
            <a:chExt cx="2606675" cy="89408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6601" y="1395349"/>
              <a:ext cx="2606395" cy="89388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231242" y="1416964"/>
              <a:ext cx="2517140" cy="805180"/>
            </a:xfrm>
            <a:custGeom>
              <a:avLst/>
              <a:gdLst/>
              <a:ahLst/>
              <a:cxnLst/>
              <a:rect l="l" t="t" r="r" b="b"/>
              <a:pathLst>
                <a:path w="2517140" h="805180">
                  <a:moveTo>
                    <a:pt x="134632" y="0"/>
                  </a:moveTo>
                  <a:lnTo>
                    <a:pt x="83153" y="10324"/>
                  </a:lnTo>
                  <a:lnTo>
                    <a:pt x="39731" y="39414"/>
                  </a:lnTo>
                  <a:lnTo>
                    <a:pt x="10530" y="82990"/>
                  </a:lnTo>
                  <a:lnTo>
                    <a:pt x="355" y="134277"/>
                  </a:lnTo>
                  <a:lnTo>
                    <a:pt x="0" y="670674"/>
                  </a:lnTo>
                  <a:lnTo>
                    <a:pt x="1181" y="688176"/>
                  </a:lnTo>
                  <a:lnTo>
                    <a:pt x="1192" y="688331"/>
                  </a:lnTo>
                  <a:lnTo>
                    <a:pt x="4642" y="705372"/>
                  </a:lnTo>
                  <a:lnTo>
                    <a:pt x="4678" y="705550"/>
                  </a:lnTo>
                  <a:lnTo>
                    <a:pt x="10256" y="721961"/>
                  </a:lnTo>
                  <a:lnTo>
                    <a:pt x="10324" y="722161"/>
                  </a:lnTo>
                  <a:lnTo>
                    <a:pt x="17995" y="737997"/>
                  </a:lnTo>
                  <a:lnTo>
                    <a:pt x="27730" y="752329"/>
                  </a:lnTo>
                  <a:lnTo>
                    <a:pt x="27832" y="752479"/>
                  </a:lnTo>
                  <a:lnTo>
                    <a:pt x="67322" y="786955"/>
                  </a:lnTo>
                  <a:lnTo>
                    <a:pt x="116780" y="803809"/>
                  </a:lnTo>
                  <a:lnTo>
                    <a:pt x="134277" y="804951"/>
                  </a:lnTo>
                  <a:lnTo>
                    <a:pt x="2382837" y="804951"/>
                  </a:lnTo>
                  <a:lnTo>
                    <a:pt x="2399754" y="803809"/>
                  </a:lnTo>
                  <a:lnTo>
                    <a:pt x="2400248" y="803809"/>
                  </a:lnTo>
                  <a:lnTo>
                    <a:pt x="2450160" y="786955"/>
                  </a:lnTo>
                  <a:lnTo>
                    <a:pt x="2489288" y="752329"/>
                  </a:lnTo>
                  <a:lnTo>
                    <a:pt x="2512509" y="705550"/>
                  </a:lnTo>
                  <a:lnTo>
                    <a:pt x="2512569" y="705372"/>
                  </a:lnTo>
                  <a:lnTo>
                    <a:pt x="2515941" y="688331"/>
                  </a:lnTo>
                  <a:lnTo>
                    <a:pt x="2515972" y="688176"/>
                  </a:lnTo>
                  <a:lnTo>
                    <a:pt x="2517114" y="670674"/>
                  </a:lnTo>
                  <a:lnTo>
                    <a:pt x="2517090" y="134277"/>
                  </a:lnTo>
                  <a:lnTo>
                    <a:pt x="2506790" y="83145"/>
                  </a:lnTo>
                  <a:lnTo>
                    <a:pt x="2477693" y="39730"/>
                  </a:lnTo>
                  <a:lnTo>
                    <a:pt x="2434118" y="10530"/>
                  </a:lnTo>
                  <a:lnTo>
                    <a:pt x="2382837" y="355"/>
                  </a:lnTo>
                  <a:lnTo>
                    <a:pt x="1346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31242" y="1416964"/>
              <a:ext cx="2517140" cy="805180"/>
            </a:xfrm>
            <a:custGeom>
              <a:avLst/>
              <a:gdLst/>
              <a:ahLst/>
              <a:cxnLst/>
              <a:rect l="l" t="t" r="r" b="b"/>
              <a:pathLst>
                <a:path w="2517140" h="805180">
                  <a:moveTo>
                    <a:pt x="355" y="134277"/>
                  </a:moveTo>
                  <a:lnTo>
                    <a:pt x="1497" y="116775"/>
                  </a:lnTo>
                  <a:lnTo>
                    <a:pt x="4900" y="99579"/>
                  </a:lnTo>
                  <a:lnTo>
                    <a:pt x="28182" y="52621"/>
                  </a:lnTo>
                  <a:lnTo>
                    <a:pt x="67322" y="17995"/>
                  </a:lnTo>
                  <a:lnTo>
                    <a:pt x="116980" y="1192"/>
                  </a:lnTo>
                  <a:lnTo>
                    <a:pt x="134632" y="0"/>
                  </a:lnTo>
                  <a:lnTo>
                    <a:pt x="2382837" y="355"/>
                  </a:lnTo>
                  <a:lnTo>
                    <a:pt x="2434118" y="10530"/>
                  </a:lnTo>
                  <a:lnTo>
                    <a:pt x="2477693" y="39730"/>
                  </a:lnTo>
                  <a:lnTo>
                    <a:pt x="2506790" y="83145"/>
                  </a:lnTo>
                  <a:lnTo>
                    <a:pt x="2517114" y="134632"/>
                  </a:lnTo>
                  <a:lnTo>
                    <a:pt x="2517114" y="670674"/>
                  </a:lnTo>
                  <a:lnTo>
                    <a:pt x="2515972" y="688176"/>
                  </a:lnTo>
                  <a:lnTo>
                    <a:pt x="2512569" y="705372"/>
                  </a:lnTo>
                  <a:lnTo>
                    <a:pt x="2489288" y="752329"/>
                  </a:lnTo>
                  <a:lnTo>
                    <a:pt x="2450160" y="786955"/>
                  </a:lnTo>
                  <a:lnTo>
                    <a:pt x="2400495" y="803759"/>
                  </a:lnTo>
                  <a:lnTo>
                    <a:pt x="2382837" y="804951"/>
                  </a:lnTo>
                  <a:lnTo>
                    <a:pt x="134277" y="804951"/>
                  </a:lnTo>
                  <a:lnTo>
                    <a:pt x="82997" y="794776"/>
                  </a:lnTo>
                  <a:lnTo>
                    <a:pt x="39420" y="765581"/>
                  </a:lnTo>
                  <a:lnTo>
                    <a:pt x="10324" y="722161"/>
                  </a:lnTo>
                  <a:lnTo>
                    <a:pt x="0" y="670674"/>
                  </a:lnTo>
                  <a:lnTo>
                    <a:pt x="355" y="134277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073544" y="1531266"/>
            <a:ext cx="833119" cy="54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 marR="5080" indent="-71755">
              <a:lnSpc>
                <a:spcPct val="132100"/>
              </a:lnSpc>
              <a:spcBef>
                <a:spcPts val="100"/>
              </a:spcBef>
            </a:pPr>
            <a:r>
              <a:rPr sz="1300" spc="-70" dirty="0">
                <a:solidFill>
                  <a:srgbClr val="122A49"/>
                </a:solidFill>
                <a:latin typeface="Arial Black"/>
                <a:cs typeface="Arial Black"/>
              </a:rPr>
              <a:t>Gemini</a:t>
            </a:r>
            <a:r>
              <a:rPr sz="1300" spc="-7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300" spc="-65" dirty="0">
                <a:solidFill>
                  <a:srgbClr val="122A49"/>
                </a:solidFill>
                <a:latin typeface="Arial Black"/>
                <a:cs typeface="Arial Black"/>
              </a:rPr>
              <a:t>AI </a:t>
            </a:r>
            <a:r>
              <a:rPr sz="1300" spc="-20" dirty="0">
                <a:solidFill>
                  <a:srgbClr val="122A49"/>
                </a:solidFill>
                <a:latin typeface="Arial Black"/>
                <a:cs typeface="Arial Black"/>
              </a:rPr>
              <a:t>analysis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17026" y="158750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959684" y="1395349"/>
            <a:ext cx="2606675" cy="894080"/>
            <a:chOff x="8959684" y="1395349"/>
            <a:chExt cx="2606675" cy="89408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59684" y="1395349"/>
              <a:ext cx="2606395" cy="89388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004325" y="1416964"/>
              <a:ext cx="2517140" cy="805180"/>
            </a:xfrm>
            <a:custGeom>
              <a:avLst/>
              <a:gdLst/>
              <a:ahLst/>
              <a:cxnLst/>
              <a:rect l="l" t="t" r="r" b="b"/>
              <a:pathLst>
                <a:path w="2517140" h="805180">
                  <a:moveTo>
                    <a:pt x="134632" y="0"/>
                  </a:moveTo>
                  <a:lnTo>
                    <a:pt x="83145" y="10324"/>
                  </a:lnTo>
                  <a:lnTo>
                    <a:pt x="39730" y="39414"/>
                  </a:lnTo>
                  <a:lnTo>
                    <a:pt x="10530" y="82990"/>
                  </a:lnTo>
                  <a:lnTo>
                    <a:pt x="355" y="134277"/>
                  </a:lnTo>
                  <a:lnTo>
                    <a:pt x="0" y="670674"/>
                  </a:lnTo>
                  <a:lnTo>
                    <a:pt x="1181" y="688176"/>
                  </a:lnTo>
                  <a:lnTo>
                    <a:pt x="1192" y="688331"/>
                  </a:lnTo>
                  <a:lnTo>
                    <a:pt x="4642" y="705372"/>
                  </a:lnTo>
                  <a:lnTo>
                    <a:pt x="4678" y="705550"/>
                  </a:lnTo>
                  <a:lnTo>
                    <a:pt x="10256" y="721961"/>
                  </a:lnTo>
                  <a:lnTo>
                    <a:pt x="10324" y="722161"/>
                  </a:lnTo>
                  <a:lnTo>
                    <a:pt x="39414" y="765581"/>
                  </a:lnTo>
                  <a:lnTo>
                    <a:pt x="82990" y="794776"/>
                  </a:lnTo>
                  <a:lnTo>
                    <a:pt x="134277" y="804951"/>
                  </a:lnTo>
                  <a:lnTo>
                    <a:pt x="2382837" y="804951"/>
                  </a:lnTo>
                  <a:lnTo>
                    <a:pt x="2399754" y="803809"/>
                  </a:lnTo>
                  <a:lnTo>
                    <a:pt x="2400248" y="803809"/>
                  </a:lnTo>
                  <a:lnTo>
                    <a:pt x="2450160" y="786955"/>
                  </a:lnTo>
                  <a:lnTo>
                    <a:pt x="2489288" y="752329"/>
                  </a:lnTo>
                  <a:lnTo>
                    <a:pt x="2512509" y="705550"/>
                  </a:lnTo>
                  <a:lnTo>
                    <a:pt x="2512569" y="705372"/>
                  </a:lnTo>
                  <a:lnTo>
                    <a:pt x="2515941" y="688331"/>
                  </a:lnTo>
                  <a:lnTo>
                    <a:pt x="2515972" y="688176"/>
                  </a:lnTo>
                  <a:lnTo>
                    <a:pt x="2517114" y="670674"/>
                  </a:lnTo>
                  <a:lnTo>
                    <a:pt x="2517090" y="134277"/>
                  </a:lnTo>
                  <a:lnTo>
                    <a:pt x="2506790" y="83145"/>
                  </a:lnTo>
                  <a:lnTo>
                    <a:pt x="2477693" y="39730"/>
                  </a:lnTo>
                  <a:lnTo>
                    <a:pt x="2434117" y="10530"/>
                  </a:lnTo>
                  <a:lnTo>
                    <a:pt x="2382837" y="355"/>
                  </a:lnTo>
                  <a:lnTo>
                    <a:pt x="1346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004325" y="1416964"/>
              <a:ext cx="2517140" cy="805180"/>
            </a:xfrm>
            <a:custGeom>
              <a:avLst/>
              <a:gdLst/>
              <a:ahLst/>
              <a:cxnLst/>
              <a:rect l="l" t="t" r="r" b="b"/>
              <a:pathLst>
                <a:path w="2517140" h="805180">
                  <a:moveTo>
                    <a:pt x="355" y="134277"/>
                  </a:moveTo>
                  <a:lnTo>
                    <a:pt x="1497" y="116775"/>
                  </a:lnTo>
                  <a:lnTo>
                    <a:pt x="4900" y="99579"/>
                  </a:lnTo>
                  <a:lnTo>
                    <a:pt x="28181" y="52621"/>
                  </a:lnTo>
                  <a:lnTo>
                    <a:pt x="67310" y="17995"/>
                  </a:lnTo>
                  <a:lnTo>
                    <a:pt x="116975" y="1192"/>
                  </a:lnTo>
                  <a:lnTo>
                    <a:pt x="134632" y="0"/>
                  </a:lnTo>
                  <a:lnTo>
                    <a:pt x="2382837" y="355"/>
                  </a:lnTo>
                  <a:lnTo>
                    <a:pt x="2434117" y="10530"/>
                  </a:lnTo>
                  <a:lnTo>
                    <a:pt x="2477693" y="39730"/>
                  </a:lnTo>
                  <a:lnTo>
                    <a:pt x="2506790" y="83145"/>
                  </a:lnTo>
                  <a:lnTo>
                    <a:pt x="2517114" y="134632"/>
                  </a:lnTo>
                  <a:lnTo>
                    <a:pt x="2517114" y="670674"/>
                  </a:lnTo>
                  <a:lnTo>
                    <a:pt x="2515972" y="688176"/>
                  </a:lnTo>
                  <a:lnTo>
                    <a:pt x="2512569" y="705372"/>
                  </a:lnTo>
                  <a:lnTo>
                    <a:pt x="2489288" y="752329"/>
                  </a:lnTo>
                  <a:lnTo>
                    <a:pt x="2450160" y="786955"/>
                  </a:lnTo>
                  <a:lnTo>
                    <a:pt x="2400495" y="803759"/>
                  </a:lnTo>
                  <a:lnTo>
                    <a:pt x="2382837" y="804951"/>
                  </a:lnTo>
                  <a:lnTo>
                    <a:pt x="134277" y="804951"/>
                  </a:lnTo>
                  <a:lnTo>
                    <a:pt x="82990" y="794776"/>
                  </a:lnTo>
                  <a:lnTo>
                    <a:pt x="39414" y="765581"/>
                  </a:lnTo>
                  <a:lnTo>
                    <a:pt x="10324" y="722161"/>
                  </a:lnTo>
                  <a:lnTo>
                    <a:pt x="0" y="670674"/>
                  </a:lnTo>
                  <a:lnTo>
                    <a:pt x="355" y="134277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648977" y="1531266"/>
            <a:ext cx="1228725" cy="549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marR="5080" indent="-208915">
              <a:lnSpc>
                <a:spcPct val="132100"/>
              </a:lnSpc>
              <a:spcBef>
                <a:spcPts val="100"/>
              </a:spcBef>
            </a:pPr>
            <a:r>
              <a:rPr sz="1300" spc="-95" dirty="0">
                <a:solidFill>
                  <a:srgbClr val="122A49"/>
                </a:solidFill>
                <a:latin typeface="Arial Black"/>
                <a:cs typeface="Arial Black"/>
              </a:rPr>
              <a:t>Analysis</a:t>
            </a:r>
            <a:r>
              <a:rPr sz="1300" spc="-4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300" spc="-60" dirty="0">
                <a:solidFill>
                  <a:srgbClr val="122A49"/>
                </a:solidFill>
                <a:latin typeface="Arial Black"/>
                <a:cs typeface="Arial Black"/>
              </a:rPr>
              <a:t>result </a:t>
            </a:r>
            <a:r>
              <a:rPr sz="1300" spc="-10" dirty="0">
                <a:solidFill>
                  <a:srgbClr val="122A49"/>
                </a:solidFill>
                <a:latin typeface="Arial Black"/>
                <a:cs typeface="Arial Black"/>
              </a:rPr>
              <a:t>displayed</a:t>
            </a:r>
            <a:endParaRPr sz="1300">
              <a:latin typeface="Arial Black"/>
              <a:cs typeface="Arial Black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86523" y="2721216"/>
            <a:ext cx="3519170" cy="1415415"/>
            <a:chOff x="686523" y="2721216"/>
            <a:chExt cx="3519170" cy="1415415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6523" y="2721216"/>
              <a:ext cx="3518636" cy="141518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31164" y="2742844"/>
              <a:ext cx="3429635" cy="1326515"/>
            </a:xfrm>
            <a:custGeom>
              <a:avLst/>
              <a:gdLst/>
              <a:ahLst/>
              <a:cxnLst/>
              <a:rect l="l" t="t" r="r" b="b"/>
              <a:pathLst>
                <a:path w="3429635" h="1326514">
                  <a:moveTo>
                    <a:pt x="221399" y="0"/>
                  </a:moveTo>
                  <a:lnTo>
                    <a:pt x="164110" y="7604"/>
                  </a:lnTo>
                  <a:lnTo>
                    <a:pt x="110871" y="29514"/>
                  </a:lnTo>
                  <a:lnTo>
                    <a:pt x="65108" y="64752"/>
                  </a:lnTo>
                  <a:lnTo>
                    <a:pt x="29870" y="110515"/>
                  </a:lnTo>
                  <a:lnTo>
                    <a:pt x="7826" y="163749"/>
                  </a:lnTo>
                  <a:lnTo>
                    <a:pt x="355" y="221030"/>
                  </a:lnTo>
                  <a:lnTo>
                    <a:pt x="0" y="1105192"/>
                  </a:lnTo>
                  <a:lnTo>
                    <a:pt x="1929" y="1134158"/>
                  </a:lnTo>
                  <a:lnTo>
                    <a:pt x="16855" y="1189790"/>
                  </a:lnTo>
                  <a:lnTo>
                    <a:pt x="45666" y="1239765"/>
                  </a:lnTo>
                  <a:lnTo>
                    <a:pt x="86470" y="1280569"/>
                  </a:lnTo>
                  <a:lnTo>
                    <a:pt x="136439" y="1309529"/>
                  </a:lnTo>
                  <a:lnTo>
                    <a:pt x="192070" y="1324356"/>
                  </a:lnTo>
                  <a:lnTo>
                    <a:pt x="221030" y="1326235"/>
                  </a:lnTo>
                  <a:lnTo>
                    <a:pt x="3208312" y="1326235"/>
                  </a:lnTo>
                  <a:lnTo>
                    <a:pt x="3236527" y="1324356"/>
                  </a:lnTo>
                  <a:lnTo>
                    <a:pt x="3237028" y="1324356"/>
                  </a:lnTo>
                  <a:lnTo>
                    <a:pt x="3292910" y="1309379"/>
                  </a:lnTo>
                  <a:lnTo>
                    <a:pt x="3342885" y="1280569"/>
                  </a:lnTo>
                  <a:lnTo>
                    <a:pt x="3383689" y="1239765"/>
                  </a:lnTo>
                  <a:lnTo>
                    <a:pt x="3412649" y="1189790"/>
                  </a:lnTo>
                  <a:lnTo>
                    <a:pt x="3427476" y="1134158"/>
                  </a:lnTo>
                  <a:lnTo>
                    <a:pt x="3429355" y="1105192"/>
                  </a:lnTo>
                  <a:lnTo>
                    <a:pt x="3429331" y="221030"/>
                  </a:lnTo>
                  <a:lnTo>
                    <a:pt x="3421751" y="164110"/>
                  </a:lnTo>
                  <a:lnTo>
                    <a:pt x="3399840" y="110871"/>
                  </a:lnTo>
                  <a:lnTo>
                    <a:pt x="3364603" y="65108"/>
                  </a:lnTo>
                  <a:lnTo>
                    <a:pt x="3318840" y="29870"/>
                  </a:lnTo>
                  <a:lnTo>
                    <a:pt x="3265600" y="7826"/>
                  </a:lnTo>
                  <a:lnTo>
                    <a:pt x="3208312" y="355"/>
                  </a:lnTo>
                  <a:lnTo>
                    <a:pt x="2213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31164" y="2742844"/>
              <a:ext cx="3429635" cy="1326515"/>
            </a:xfrm>
            <a:custGeom>
              <a:avLst/>
              <a:gdLst/>
              <a:ahLst/>
              <a:cxnLst/>
              <a:rect l="l" t="t" r="r" b="b"/>
              <a:pathLst>
                <a:path w="3429635" h="1326514">
                  <a:moveTo>
                    <a:pt x="355" y="221030"/>
                  </a:moveTo>
                  <a:lnTo>
                    <a:pt x="2234" y="192070"/>
                  </a:lnTo>
                  <a:lnTo>
                    <a:pt x="7826" y="163749"/>
                  </a:lnTo>
                  <a:lnTo>
                    <a:pt x="29870" y="110515"/>
                  </a:lnTo>
                  <a:lnTo>
                    <a:pt x="65108" y="64752"/>
                  </a:lnTo>
                  <a:lnTo>
                    <a:pt x="110871" y="29514"/>
                  </a:lnTo>
                  <a:lnTo>
                    <a:pt x="164110" y="7604"/>
                  </a:lnTo>
                  <a:lnTo>
                    <a:pt x="221399" y="0"/>
                  </a:lnTo>
                  <a:lnTo>
                    <a:pt x="3208312" y="355"/>
                  </a:lnTo>
                  <a:lnTo>
                    <a:pt x="3265600" y="7826"/>
                  </a:lnTo>
                  <a:lnTo>
                    <a:pt x="3318840" y="29870"/>
                  </a:lnTo>
                  <a:lnTo>
                    <a:pt x="3364603" y="65108"/>
                  </a:lnTo>
                  <a:lnTo>
                    <a:pt x="3399840" y="110871"/>
                  </a:lnTo>
                  <a:lnTo>
                    <a:pt x="3421751" y="164110"/>
                  </a:lnTo>
                  <a:lnTo>
                    <a:pt x="3429355" y="221399"/>
                  </a:lnTo>
                  <a:lnTo>
                    <a:pt x="3429355" y="1105192"/>
                  </a:lnTo>
                  <a:lnTo>
                    <a:pt x="3427476" y="1134158"/>
                  </a:lnTo>
                  <a:lnTo>
                    <a:pt x="3421884" y="1162480"/>
                  </a:lnTo>
                  <a:lnTo>
                    <a:pt x="3399840" y="1215720"/>
                  </a:lnTo>
                  <a:lnTo>
                    <a:pt x="3364603" y="1261483"/>
                  </a:lnTo>
                  <a:lnTo>
                    <a:pt x="3318840" y="1296720"/>
                  </a:lnTo>
                  <a:lnTo>
                    <a:pt x="3265600" y="1318631"/>
                  </a:lnTo>
                  <a:lnTo>
                    <a:pt x="3208312" y="1326235"/>
                  </a:lnTo>
                  <a:lnTo>
                    <a:pt x="221030" y="1326235"/>
                  </a:lnTo>
                  <a:lnTo>
                    <a:pt x="163749" y="1318764"/>
                  </a:lnTo>
                  <a:lnTo>
                    <a:pt x="110515" y="1296720"/>
                  </a:lnTo>
                  <a:lnTo>
                    <a:pt x="64752" y="1261483"/>
                  </a:lnTo>
                  <a:lnTo>
                    <a:pt x="29514" y="1215720"/>
                  </a:lnTo>
                  <a:lnTo>
                    <a:pt x="7604" y="1162480"/>
                  </a:lnTo>
                  <a:lnTo>
                    <a:pt x="0" y="1105192"/>
                  </a:lnTo>
                  <a:lnTo>
                    <a:pt x="355" y="221030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523" y="2721584"/>
              <a:ext cx="152996" cy="141444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31164" y="2743199"/>
              <a:ext cx="64135" cy="1325880"/>
            </a:xfrm>
            <a:custGeom>
              <a:avLst/>
              <a:gdLst/>
              <a:ahLst/>
              <a:cxnLst/>
              <a:rect l="l" t="t" r="r" b="b"/>
              <a:pathLst>
                <a:path w="64134" h="1325879">
                  <a:moveTo>
                    <a:pt x="63715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32029" y="1325524"/>
                  </a:lnTo>
                  <a:lnTo>
                    <a:pt x="63715" y="132552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31164" y="2743199"/>
              <a:ext cx="64135" cy="1325880"/>
            </a:xfrm>
            <a:custGeom>
              <a:avLst/>
              <a:gdLst/>
              <a:ahLst/>
              <a:cxnLst/>
              <a:rect l="l" t="t" r="r" b="b"/>
              <a:pathLst>
                <a:path w="64134" h="1325879">
                  <a:moveTo>
                    <a:pt x="32029" y="1325524"/>
                  </a:moveTo>
                  <a:lnTo>
                    <a:pt x="0" y="132552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325524"/>
                  </a:lnTo>
                  <a:lnTo>
                    <a:pt x="32029" y="1325524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56055" y="2913024"/>
            <a:ext cx="2485390" cy="1041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70" dirty="0">
                <a:solidFill>
                  <a:srgbClr val="122A49"/>
                </a:solidFill>
                <a:latin typeface="Arial Black"/>
                <a:cs typeface="Arial Black"/>
              </a:rPr>
              <a:t>Implemented</a:t>
            </a:r>
            <a:r>
              <a:rPr sz="1600" spc="-8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65" dirty="0">
                <a:solidFill>
                  <a:srgbClr val="122A49"/>
                </a:solidFill>
                <a:latin typeface="Arial Black"/>
                <a:cs typeface="Arial Black"/>
              </a:rPr>
              <a:t>per</a:t>
            </a:r>
            <a:r>
              <a:rPr sz="1600" spc="-8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55" dirty="0">
                <a:solidFill>
                  <a:srgbClr val="122A49"/>
                </a:solidFill>
                <a:latin typeface="Arial Black"/>
                <a:cs typeface="Arial Black"/>
              </a:rPr>
              <a:t>owner</a:t>
            </a:r>
            <a:endParaRPr sz="1600">
              <a:latin typeface="Arial Black"/>
              <a:cs typeface="Arial Black"/>
            </a:endParaRPr>
          </a:p>
          <a:p>
            <a:pPr marL="12700" marR="162560">
              <a:lnSpc>
                <a:spcPct val="100000"/>
              </a:lnSpc>
              <a:spcBef>
                <a:spcPts val="1395"/>
              </a:spcBef>
            </a:pP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Patient</a:t>
            </a:r>
            <a:r>
              <a:rPr sz="1300" spc="-7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registration,</a:t>
            </a:r>
            <a:r>
              <a:rPr sz="1300" spc="-6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login, report/document</a:t>
            </a:r>
            <a:r>
              <a:rPr sz="13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upload,</a:t>
            </a:r>
            <a:r>
              <a:rPr sz="13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and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analysis-description</a:t>
            </a:r>
            <a:r>
              <a:rPr sz="1300" spc="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display.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344123" y="2721216"/>
            <a:ext cx="3519170" cy="1415415"/>
            <a:chOff x="4344123" y="2721216"/>
            <a:chExt cx="3519170" cy="1415415"/>
          </a:xfrm>
        </p:grpSpPr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4123" y="2721216"/>
              <a:ext cx="3518636" cy="141518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388764" y="2742844"/>
              <a:ext cx="3429635" cy="1326515"/>
            </a:xfrm>
            <a:custGeom>
              <a:avLst/>
              <a:gdLst/>
              <a:ahLst/>
              <a:cxnLst/>
              <a:rect l="l" t="t" r="r" b="b"/>
              <a:pathLst>
                <a:path w="3429634" h="1326514">
                  <a:moveTo>
                    <a:pt x="221399" y="0"/>
                  </a:moveTo>
                  <a:lnTo>
                    <a:pt x="164110" y="7604"/>
                  </a:lnTo>
                  <a:lnTo>
                    <a:pt x="110871" y="29514"/>
                  </a:lnTo>
                  <a:lnTo>
                    <a:pt x="65108" y="64752"/>
                  </a:lnTo>
                  <a:lnTo>
                    <a:pt x="29870" y="110515"/>
                  </a:lnTo>
                  <a:lnTo>
                    <a:pt x="7826" y="163749"/>
                  </a:lnTo>
                  <a:lnTo>
                    <a:pt x="355" y="221030"/>
                  </a:lnTo>
                  <a:lnTo>
                    <a:pt x="0" y="1105192"/>
                  </a:lnTo>
                  <a:lnTo>
                    <a:pt x="1929" y="1134158"/>
                  </a:lnTo>
                  <a:lnTo>
                    <a:pt x="16855" y="1189790"/>
                  </a:lnTo>
                  <a:lnTo>
                    <a:pt x="45666" y="1239765"/>
                  </a:lnTo>
                  <a:lnTo>
                    <a:pt x="86470" y="1280569"/>
                  </a:lnTo>
                  <a:lnTo>
                    <a:pt x="136439" y="1309529"/>
                  </a:lnTo>
                  <a:lnTo>
                    <a:pt x="192070" y="1324356"/>
                  </a:lnTo>
                  <a:lnTo>
                    <a:pt x="221030" y="1326235"/>
                  </a:lnTo>
                  <a:lnTo>
                    <a:pt x="3208312" y="1326235"/>
                  </a:lnTo>
                  <a:lnTo>
                    <a:pt x="3236527" y="1324356"/>
                  </a:lnTo>
                  <a:lnTo>
                    <a:pt x="3237028" y="1324356"/>
                  </a:lnTo>
                  <a:lnTo>
                    <a:pt x="3292910" y="1309379"/>
                  </a:lnTo>
                  <a:lnTo>
                    <a:pt x="3342885" y="1280569"/>
                  </a:lnTo>
                  <a:lnTo>
                    <a:pt x="3383689" y="1239765"/>
                  </a:lnTo>
                  <a:lnTo>
                    <a:pt x="3412649" y="1189790"/>
                  </a:lnTo>
                  <a:lnTo>
                    <a:pt x="3427476" y="1134158"/>
                  </a:lnTo>
                  <a:lnTo>
                    <a:pt x="3429355" y="1105192"/>
                  </a:lnTo>
                  <a:lnTo>
                    <a:pt x="3429331" y="221030"/>
                  </a:lnTo>
                  <a:lnTo>
                    <a:pt x="3421751" y="164110"/>
                  </a:lnTo>
                  <a:lnTo>
                    <a:pt x="3399840" y="110871"/>
                  </a:lnTo>
                  <a:lnTo>
                    <a:pt x="3364603" y="65108"/>
                  </a:lnTo>
                  <a:lnTo>
                    <a:pt x="3318840" y="29870"/>
                  </a:lnTo>
                  <a:lnTo>
                    <a:pt x="3265600" y="7826"/>
                  </a:lnTo>
                  <a:lnTo>
                    <a:pt x="3208312" y="355"/>
                  </a:lnTo>
                  <a:lnTo>
                    <a:pt x="2213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388764" y="2742844"/>
              <a:ext cx="3429635" cy="1326515"/>
            </a:xfrm>
            <a:custGeom>
              <a:avLst/>
              <a:gdLst/>
              <a:ahLst/>
              <a:cxnLst/>
              <a:rect l="l" t="t" r="r" b="b"/>
              <a:pathLst>
                <a:path w="3429634" h="1326514">
                  <a:moveTo>
                    <a:pt x="355" y="221030"/>
                  </a:moveTo>
                  <a:lnTo>
                    <a:pt x="2234" y="192070"/>
                  </a:lnTo>
                  <a:lnTo>
                    <a:pt x="7826" y="163749"/>
                  </a:lnTo>
                  <a:lnTo>
                    <a:pt x="29870" y="110515"/>
                  </a:lnTo>
                  <a:lnTo>
                    <a:pt x="65108" y="64752"/>
                  </a:lnTo>
                  <a:lnTo>
                    <a:pt x="110871" y="29514"/>
                  </a:lnTo>
                  <a:lnTo>
                    <a:pt x="164110" y="7604"/>
                  </a:lnTo>
                  <a:lnTo>
                    <a:pt x="221399" y="0"/>
                  </a:lnTo>
                  <a:lnTo>
                    <a:pt x="3208312" y="355"/>
                  </a:lnTo>
                  <a:lnTo>
                    <a:pt x="3265600" y="7826"/>
                  </a:lnTo>
                  <a:lnTo>
                    <a:pt x="3318840" y="29870"/>
                  </a:lnTo>
                  <a:lnTo>
                    <a:pt x="3364603" y="65108"/>
                  </a:lnTo>
                  <a:lnTo>
                    <a:pt x="3399840" y="110871"/>
                  </a:lnTo>
                  <a:lnTo>
                    <a:pt x="3421751" y="164110"/>
                  </a:lnTo>
                  <a:lnTo>
                    <a:pt x="3429355" y="221399"/>
                  </a:lnTo>
                  <a:lnTo>
                    <a:pt x="3429355" y="1105192"/>
                  </a:lnTo>
                  <a:lnTo>
                    <a:pt x="3427476" y="1134158"/>
                  </a:lnTo>
                  <a:lnTo>
                    <a:pt x="3421884" y="1162480"/>
                  </a:lnTo>
                  <a:lnTo>
                    <a:pt x="3399840" y="1215720"/>
                  </a:lnTo>
                  <a:lnTo>
                    <a:pt x="3364603" y="1261483"/>
                  </a:lnTo>
                  <a:lnTo>
                    <a:pt x="3318840" y="1296720"/>
                  </a:lnTo>
                  <a:lnTo>
                    <a:pt x="3265600" y="1318631"/>
                  </a:lnTo>
                  <a:lnTo>
                    <a:pt x="3208312" y="1326235"/>
                  </a:lnTo>
                  <a:lnTo>
                    <a:pt x="221030" y="1326235"/>
                  </a:lnTo>
                  <a:lnTo>
                    <a:pt x="163749" y="1318764"/>
                  </a:lnTo>
                  <a:lnTo>
                    <a:pt x="110515" y="1296720"/>
                  </a:lnTo>
                  <a:lnTo>
                    <a:pt x="64752" y="1261483"/>
                  </a:lnTo>
                  <a:lnTo>
                    <a:pt x="29514" y="1215720"/>
                  </a:lnTo>
                  <a:lnTo>
                    <a:pt x="7604" y="1162480"/>
                  </a:lnTo>
                  <a:lnTo>
                    <a:pt x="0" y="1105192"/>
                  </a:lnTo>
                  <a:lnTo>
                    <a:pt x="355" y="221030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44123" y="2721584"/>
              <a:ext cx="152996" cy="141444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388764" y="2743199"/>
              <a:ext cx="64135" cy="1325880"/>
            </a:xfrm>
            <a:custGeom>
              <a:avLst/>
              <a:gdLst/>
              <a:ahLst/>
              <a:cxnLst/>
              <a:rect l="l" t="t" r="r" b="b"/>
              <a:pathLst>
                <a:path w="64135" h="1325879">
                  <a:moveTo>
                    <a:pt x="63715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32029" y="1325524"/>
                  </a:lnTo>
                  <a:lnTo>
                    <a:pt x="63715" y="132552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388764" y="2743199"/>
              <a:ext cx="64135" cy="1325880"/>
            </a:xfrm>
            <a:custGeom>
              <a:avLst/>
              <a:gdLst/>
              <a:ahLst/>
              <a:cxnLst/>
              <a:rect l="l" t="t" r="r" b="b"/>
              <a:pathLst>
                <a:path w="64135" h="1325879">
                  <a:moveTo>
                    <a:pt x="32029" y="1325524"/>
                  </a:moveTo>
                  <a:lnTo>
                    <a:pt x="0" y="132552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325524"/>
                  </a:lnTo>
                  <a:lnTo>
                    <a:pt x="32029" y="1325524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613655" y="2913024"/>
            <a:ext cx="2983230" cy="1041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600" spc="-90" dirty="0">
                <a:solidFill>
                  <a:srgbClr val="122A49"/>
                </a:solidFill>
                <a:latin typeface="Arial Black"/>
                <a:cs typeface="Arial Black"/>
              </a:rPr>
              <a:t>Verify</a:t>
            </a:r>
            <a:r>
              <a:rPr sz="1600" spc="-10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35" dirty="0">
                <a:solidFill>
                  <a:srgbClr val="122A49"/>
                </a:solidFill>
                <a:latin typeface="Arial Black"/>
                <a:cs typeface="Arial Black"/>
              </a:rPr>
              <a:t>in</a:t>
            </a:r>
            <a:r>
              <a:rPr sz="1600" spc="-11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source</a:t>
            </a:r>
            <a:endParaRPr sz="1600">
              <a:latin typeface="Arial Black"/>
              <a:cs typeface="Arial Black"/>
            </a:endParaRPr>
          </a:p>
          <a:p>
            <a:pPr marL="12700" marR="5080" algn="just">
              <a:lnSpc>
                <a:spcPct val="100000"/>
              </a:lnSpc>
              <a:spcBef>
                <a:spcPts val="1395"/>
              </a:spcBef>
            </a:pP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File</a:t>
            </a:r>
            <a:r>
              <a:rPr sz="1300" spc="-5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types,</a:t>
            </a:r>
            <a:r>
              <a:rPr sz="1300" spc="-5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extraction</a:t>
            </a:r>
            <a:r>
              <a:rPr sz="1300" spc="-5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pipeline,</a:t>
            </a:r>
            <a:r>
              <a:rPr sz="1300" spc="-5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prompt,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output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schema,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persistence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error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handling.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001723" y="2721216"/>
            <a:ext cx="3519170" cy="1415415"/>
            <a:chOff x="8001723" y="2721216"/>
            <a:chExt cx="3519170" cy="1415415"/>
          </a:xfrm>
        </p:grpSpPr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1723" y="2721216"/>
              <a:ext cx="3518636" cy="141518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8046364" y="2742844"/>
              <a:ext cx="3429635" cy="1326515"/>
            </a:xfrm>
            <a:custGeom>
              <a:avLst/>
              <a:gdLst/>
              <a:ahLst/>
              <a:cxnLst/>
              <a:rect l="l" t="t" r="r" b="b"/>
              <a:pathLst>
                <a:path w="3429634" h="1326514">
                  <a:moveTo>
                    <a:pt x="221399" y="0"/>
                  </a:moveTo>
                  <a:lnTo>
                    <a:pt x="164110" y="7604"/>
                  </a:lnTo>
                  <a:lnTo>
                    <a:pt x="110871" y="29514"/>
                  </a:lnTo>
                  <a:lnTo>
                    <a:pt x="65108" y="64752"/>
                  </a:lnTo>
                  <a:lnTo>
                    <a:pt x="29870" y="110515"/>
                  </a:lnTo>
                  <a:lnTo>
                    <a:pt x="7826" y="163749"/>
                  </a:lnTo>
                  <a:lnTo>
                    <a:pt x="355" y="221030"/>
                  </a:lnTo>
                  <a:lnTo>
                    <a:pt x="0" y="1105192"/>
                  </a:lnTo>
                  <a:lnTo>
                    <a:pt x="1929" y="1134158"/>
                  </a:lnTo>
                  <a:lnTo>
                    <a:pt x="16855" y="1189790"/>
                  </a:lnTo>
                  <a:lnTo>
                    <a:pt x="45666" y="1239765"/>
                  </a:lnTo>
                  <a:lnTo>
                    <a:pt x="86470" y="1280569"/>
                  </a:lnTo>
                  <a:lnTo>
                    <a:pt x="136439" y="1309529"/>
                  </a:lnTo>
                  <a:lnTo>
                    <a:pt x="192070" y="1324356"/>
                  </a:lnTo>
                  <a:lnTo>
                    <a:pt x="221030" y="1326235"/>
                  </a:lnTo>
                  <a:lnTo>
                    <a:pt x="3208312" y="1326235"/>
                  </a:lnTo>
                  <a:lnTo>
                    <a:pt x="3236527" y="1324356"/>
                  </a:lnTo>
                  <a:lnTo>
                    <a:pt x="3237028" y="1324356"/>
                  </a:lnTo>
                  <a:lnTo>
                    <a:pt x="3292910" y="1309379"/>
                  </a:lnTo>
                  <a:lnTo>
                    <a:pt x="3342885" y="1280569"/>
                  </a:lnTo>
                  <a:lnTo>
                    <a:pt x="3383689" y="1239765"/>
                  </a:lnTo>
                  <a:lnTo>
                    <a:pt x="3412649" y="1189790"/>
                  </a:lnTo>
                  <a:lnTo>
                    <a:pt x="3427476" y="1134158"/>
                  </a:lnTo>
                  <a:lnTo>
                    <a:pt x="3429355" y="1105192"/>
                  </a:lnTo>
                  <a:lnTo>
                    <a:pt x="3429331" y="221030"/>
                  </a:lnTo>
                  <a:lnTo>
                    <a:pt x="3421751" y="164110"/>
                  </a:lnTo>
                  <a:lnTo>
                    <a:pt x="3399840" y="110871"/>
                  </a:lnTo>
                  <a:lnTo>
                    <a:pt x="3364603" y="65108"/>
                  </a:lnTo>
                  <a:lnTo>
                    <a:pt x="3318840" y="29870"/>
                  </a:lnTo>
                  <a:lnTo>
                    <a:pt x="3265600" y="7826"/>
                  </a:lnTo>
                  <a:lnTo>
                    <a:pt x="3208312" y="355"/>
                  </a:lnTo>
                  <a:lnTo>
                    <a:pt x="2213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046364" y="2742844"/>
              <a:ext cx="3429635" cy="1326515"/>
            </a:xfrm>
            <a:custGeom>
              <a:avLst/>
              <a:gdLst/>
              <a:ahLst/>
              <a:cxnLst/>
              <a:rect l="l" t="t" r="r" b="b"/>
              <a:pathLst>
                <a:path w="3429634" h="1326514">
                  <a:moveTo>
                    <a:pt x="355" y="221030"/>
                  </a:moveTo>
                  <a:lnTo>
                    <a:pt x="2234" y="192070"/>
                  </a:lnTo>
                  <a:lnTo>
                    <a:pt x="7826" y="163749"/>
                  </a:lnTo>
                  <a:lnTo>
                    <a:pt x="29870" y="110515"/>
                  </a:lnTo>
                  <a:lnTo>
                    <a:pt x="65108" y="64752"/>
                  </a:lnTo>
                  <a:lnTo>
                    <a:pt x="110871" y="29514"/>
                  </a:lnTo>
                  <a:lnTo>
                    <a:pt x="164110" y="7604"/>
                  </a:lnTo>
                  <a:lnTo>
                    <a:pt x="221399" y="0"/>
                  </a:lnTo>
                  <a:lnTo>
                    <a:pt x="3208312" y="355"/>
                  </a:lnTo>
                  <a:lnTo>
                    <a:pt x="3265600" y="7826"/>
                  </a:lnTo>
                  <a:lnTo>
                    <a:pt x="3318840" y="29870"/>
                  </a:lnTo>
                  <a:lnTo>
                    <a:pt x="3364603" y="65108"/>
                  </a:lnTo>
                  <a:lnTo>
                    <a:pt x="3399840" y="110871"/>
                  </a:lnTo>
                  <a:lnTo>
                    <a:pt x="3421751" y="164110"/>
                  </a:lnTo>
                  <a:lnTo>
                    <a:pt x="3429355" y="221399"/>
                  </a:lnTo>
                  <a:lnTo>
                    <a:pt x="3429355" y="1105192"/>
                  </a:lnTo>
                  <a:lnTo>
                    <a:pt x="3427476" y="1134158"/>
                  </a:lnTo>
                  <a:lnTo>
                    <a:pt x="3421884" y="1162480"/>
                  </a:lnTo>
                  <a:lnTo>
                    <a:pt x="3399840" y="1215720"/>
                  </a:lnTo>
                  <a:lnTo>
                    <a:pt x="3364603" y="1261483"/>
                  </a:lnTo>
                  <a:lnTo>
                    <a:pt x="3318840" y="1296720"/>
                  </a:lnTo>
                  <a:lnTo>
                    <a:pt x="3265600" y="1318631"/>
                  </a:lnTo>
                  <a:lnTo>
                    <a:pt x="3208312" y="1326235"/>
                  </a:lnTo>
                  <a:lnTo>
                    <a:pt x="221030" y="1326235"/>
                  </a:lnTo>
                  <a:lnTo>
                    <a:pt x="163749" y="1318764"/>
                  </a:lnTo>
                  <a:lnTo>
                    <a:pt x="110515" y="1296720"/>
                  </a:lnTo>
                  <a:lnTo>
                    <a:pt x="64752" y="1261483"/>
                  </a:lnTo>
                  <a:lnTo>
                    <a:pt x="29514" y="1215720"/>
                  </a:lnTo>
                  <a:lnTo>
                    <a:pt x="7604" y="1162480"/>
                  </a:lnTo>
                  <a:lnTo>
                    <a:pt x="0" y="1105192"/>
                  </a:lnTo>
                  <a:lnTo>
                    <a:pt x="355" y="221030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01723" y="2721584"/>
              <a:ext cx="152996" cy="141444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8046364" y="2743199"/>
              <a:ext cx="64135" cy="1325880"/>
            </a:xfrm>
            <a:custGeom>
              <a:avLst/>
              <a:gdLst/>
              <a:ahLst/>
              <a:cxnLst/>
              <a:rect l="l" t="t" r="r" b="b"/>
              <a:pathLst>
                <a:path w="64134" h="1325879">
                  <a:moveTo>
                    <a:pt x="63715" y="0"/>
                  </a:moveTo>
                  <a:lnTo>
                    <a:pt x="0" y="0"/>
                  </a:lnTo>
                  <a:lnTo>
                    <a:pt x="0" y="1325524"/>
                  </a:lnTo>
                  <a:lnTo>
                    <a:pt x="32029" y="1325524"/>
                  </a:lnTo>
                  <a:lnTo>
                    <a:pt x="63715" y="132552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DB8B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046364" y="2743199"/>
              <a:ext cx="64135" cy="1325880"/>
            </a:xfrm>
            <a:custGeom>
              <a:avLst/>
              <a:gdLst/>
              <a:ahLst/>
              <a:cxnLst/>
              <a:rect l="l" t="t" r="r" b="b"/>
              <a:pathLst>
                <a:path w="64134" h="1325879">
                  <a:moveTo>
                    <a:pt x="32029" y="1325524"/>
                  </a:moveTo>
                  <a:lnTo>
                    <a:pt x="0" y="132552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325524"/>
                  </a:lnTo>
                  <a:lnTo>
                    <a:pt x="32029" y="1325524"/>
                  </a:lnTo>
                  <a:close/>
                </a:path>
              </a:pathLst>
            </a:custGeom>
            <a:ln w="9359">
              <a:solidFill>
                <a:srgbClr val="DB8B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8271256" y="2913024"/>
            <a:ext cx="2522220" cy="1041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600" spc="-110" dirty="0">
                <a:solidFill>
                  <a:srgbClr val="122A49"/>
                </a:solidFill>
                <a:latin typeface="Arial Black"/>
                <a:cs typeface="Arial Black"/>
              </a:rPr>
              <a:t>Clinical</a:t>
            </a:r>
            <a:r>
              <a:rPr sz="1600" spc="-8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limitation</a:t>
            </a:r>
            <a:endParaRPr sz="1600">
              <a:latin typeface="Arial Black"/>
              <a:cs typeface="Arial Black"/>
            </a:endParaRPr>
          </a:p>
          <a:p>
            <a:pPr marL="12700" marR="5080" algn="just">
              <a:lnSpc>
                <a:spcPct val="100000"/>
              </a:lnSpc>
              <a:spcBef>
                <a:spcPts val="1395"/>
              </a:spcBef>
            </a:pP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AI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output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may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be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incomplete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or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wrong;</a:t>
            </a:r>
            <a:r>
              <a:rPr sz="1300" spc="-5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</a:t>
            </a:r>
            <a:r>
              <a:rPr sz="1300" spc="-5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qualified</a:t>
            </a:r>
            <a:r>
              <a:rPr sz="1300" spc="-5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clinician</a:t>
            </a:r>
            <a:r>
              <a:rPr sz="1300" spc="-5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must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interpret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it.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60" name="object 6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/>
              <a:t>Patient,</a:t>
            </a:r>
            <a:r>
              <a:rPr spc="-195" dirty="0"/>
              <a:t> </a:t>
            </a:r>
            <a:r>
              <a:rPr spc="-140" dirty="0"/>
              <a:t>Doctor</a:t>
            </a:r>
            <a:r>
              <a:rPr spc="-185" dirty="0"/>
              <a:t> </a:t>
            </a:r>
            <a:r>
              <a:rPr spc="-400" dirty="0"/>
              <a:t>&amp;</a:t>
            </a:r>
            <a:r>
              <a:rPr spc="-190" dirty="0"/>
              <a:t> </a:t>
            </a:r>
            <a:r>
              <a:rPr spc="-160" dirty="0"/>
              <a:t>Caretaker</a:t>
            </a:r>
            <a:r>
              <a:rPr spc="-185" dirty="0"/>
              <a:t> </a:t>
            </a:r>
            <a:r>
              <a:rPr spc="-110" dirty="0"/>
              <a:t>Workflows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5635" y="819353"/>
            <a:ext cx="747395" cy="139065"/>
            <a:chOff x="485635" y="819353"/>
            <a:chExt cx="747395" cy="139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635" y="819353"/>
              <a:ext cx="747356" cy="138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658088" y="0"/>
                  </a:moveTo>
                  <a:lnTo>
                    <a:pt x="0" y="0"/>
                  </a:lnTo>
                  <a:lnTo>
                    <a:pt x="0" y="50037"/>
                  </a:lnTo>
                  <a:lnTo>
                    <a:pt x="329044" y="50037"/>
                  </a:lnTo>
                  <a:lnTo>
                    <a:pt x="658088" y="50037"/>
                  </a:lnTo>
                  <a:lnTo>
                    <a:pt x="658088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329044" y="50037"/>
                  </a:moveTo>
                  <a:lnTo>
                    <a:pt x="0" y="50037"/>
                  </a:lnTo>
                  <a:lnTo>
                    <a:pt x="0" y="0"/>
                  </a:lnTo>
                  <a:lnTo>
                    <a:pt x="658088" y="0"/>
                  </a:lnTo>
                  <a:lnTo>
                    <a:pt x="658088" y="50037"/>
                  </a:lnTo>
                  <a:lnTo>
                    <a:pt x="329044" y="50037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91540" y="1203375"/>
            <a:ext cx="175641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55" dirty="0">
                <a:solidFill>
                  <a:srgbClr val="00908B"/>
                </a:solidFill>
                <a:latin typeface="Arial Black"/>
                <a:cs typeface="Arial Black"/>
              </a:rPr>
              <a:t>PATIENT</a:t>
            </a:r>
            <a:r>
              <a:rPr sz="1300" spc="-85" dirty="0">
                <a:solidFill>
                  <a:srgbClr val="00908B"/>
                </a:solidFill>
                <a:latin typeface="Arial Black"/>
                <a:cs typeface="Arial Black"/>
              </a:rPr>
              <a:t> </a:t>
            </a:r>
            <a:r>
              <a:rPr sz="1300" spc="170" dirty="0">
                <a:solidFill>
                  <a:srgbClr val="00908B"/>
                </a:solidFill>
                <a:latin typeface="Arial Black"/>
                <a:cs typeface="Arial Black"/>
              </a:rPr>
              <a:t>/</a:t>
            </a:r>
            <a:r>
              <a:rPr sz="1300" spc="-80" dirty="0">
                <a:solidFill>
                  <a:srgbClr val="00908B"/>
                </a:solidFill>
                <a:latin typeface="Arial Black"/>
                <a:cs typeface="Arial Black"/>
              </a:rPr>
              <a:t> </a:t>
            </a:r>
            <a:r>
              <a:rPr sz="1300" spc="-90" dirty="0">
                <a:solidFill>
                  <a:srgbClr val="00908B"/>
                </a:solidFill>
                <a:latin typeface="Arial Black"/>
                <a:cs typeface="Arial Black"/>
              </a:rPr>
              <a:t>GUARDIAN</a:t>
            </a:r>
            <a:endParaRPr sz="130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0803" y="1486788"/>
            <a:ext cx="2169160" cy="729615"/>
            <a:chOff x="640803" y="1486788"/>
            <a:chExt cx="2169160" cy="72961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803" y="1486788"/>
              <a:ext cx="2168639" cy="72900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444" y="15084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80">
                  <a:moveTo>
                    <a:pt x="1972437" y="0"/>
                  </a:moveTo>
                  <a:lnTo>
                    <a:pt x="106553" y="0"/>
                  </a:lnTo>
                  <a:lnTo>
                    <a:pt x="91694" y="934"/>
                  </a:lnTo>
                  <a:lnTo>
                    <a:pt x="92311" y="934"/>
                  </a:lnTo>
                  <a:lnTo>
                    <a:pt x="78971" y="3506"/>
                  </a:lnTo>
                  <a:lnTo>
                    <a:pt x="41681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4" y="547101"/>
                  </a:lnTo>
                  <a:lnTo>
                    <a:pt x="876" y="547459"/>
                  </a:lnTo>
                  <a:lnTo>
                    <a:pt x="3437" y="560739"/>
                  </a:lnTo>
                  <a:lnTo>
                    <a:pt x="3506" y="561100"/>
                  </a:lnTo>
                  <a:lnTo>
                    <a:pt x="7771" y="573906"/>
                  </a:lnTo>
                  <a:lnTo>
                    <a:pt x="31088" y="608801"/>
                  </a:lnTo>
                  <a:lnTo>
                    <a:pt x="65805" y="631877"/>
                  </a:lnTo>
                  <a:lnTo>
                    <a:pt x="106553" y="640080"/>
                  </a:lnTo>
                  <a:lnTo>
                    <a:pt x="1972792" y="639711"/>
                  </a:lnTo>
                  <a:lnTo>
                    <a:pt x="2013378" y="631877"/>
                  </a:lnTo>
                  <a:lnTo>
                    <a:pt x="2048081" y="608623"/>
                  </a:lnTo>
                  <a:lnTo>
                    <a:pt x="2071155" y="573906"/>
                  </a:lnTo>
                  <a:lnTo>
                    <a:pt x="2075543" y="561100"/>
                  </a:lnTo>
                  <a:lnTo>
                    <a:pt x="2075667" y="560739"/>
                  </a:lnTo>
                  <a:lnTo>
                    <a:pt x="2078352" y="547459"/>
                  </a:lnTo>
                  <a:lnTo>
                    <a:pt x="2078424" y="547101"/>
                  </a:lnTo>
                  <a:lnTo>
                    <a:pt x="2079334" y="533514"/>
                  </a:lnTo>
                  <a:lnTo>
                    <a:pt x="2079358" y="533158"/>
                  </a:lnTo>
                  <a:lnTo>
                    <a:pt x="2078989" y="106552"/>
                  </a:lnTo>
                  <a:lnTo>
                    <a:pt x="2071097" y="65805"/>
                  </a:lnTo>
                  <a:lnTo>
                    <a:pt x="2047901" y="31272"/>
                  </a:lnTo>
                  <a:lnTo>
                    <a:pt x="2013190" y="8202"/>
                  </a:lnTo>
                  <a:lnTo>
                    <a:pt x="1986381" y="934"/>
                  </a:lnTo>
                  <a:lnTo>
                    <a:pt x="19724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444" y="15084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80">
                  <a:moveTo>
                    <a:pt x="0" y="106552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5" y="41624"/>
                  </a:lnTo>
                  <a:lnTo>
                    <a:pt x="53276" y="14033"/>
                  </a:lnTo>
                  <a:lnTo>
                    <a:pt x="92609" y="876"/>
                  </a:lnTo>
                  <a:lnTo>
                    <a:pt x="106553" y="0"/>
                  </a:lnTo>
                  <a:lnTo>
                    <a:pt x="1972437" y="0"/>
                  </a:lnTo>
                  <a:lnTo>
                    <a:pt x="2013190" y="8202"/>
                  </a:lnTo>
                  <a:lnTo>
                    <a:pt x="2047901" y="31272"/>
                  </a:lnTo>
                  <a:lnTo>
                    <a:pt x="2071097" y="65805"/>
                  </a:lnTo>
                  <a:lnTo>
                    <a:pt x="2078989" y="106552"/>
                  </a:lnTo>
                  <a:lnTo>
                    <a:pt x="2079358" y="533158"/>
                  </a:lnTo>
                  <a:lnTo>
                    <a:pt x="2078424" y="547101"/>
                  </a:lnTo>
                  <a:lnTo>
                    <a:pt x="2075667" y="560739"/>
                  </a:lnTo>
                  <a:lnTo>
                    <a:pt x="2057210" y="598087"/>
                  </a:lnTo>
                  <a:lnTo>
                    <a:pt x="2026081" y="625678"/>
                  </a:lnTo>
                  <a:lnTo>
                    <a:pt x="1986737" y="638835"/>
                  </a:lnTo>
                  <a:lnTo>
                    <a:pt x="106553" y="640080"/>
                  </a:lnTo>
                  <a:lnTo>
                    <a:pt x="65805" y="631877"/>
                  </a:lnTo>
                  <a:lnTo>
                    <a:pt x="31088" y="608801"/>
                  </a:lnTo>
                  <a:lnTo>
                    <a:pt x="789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18373" y="1750580"/>
            <a:ext cx="4140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122A49"/>
                </a:solidFill>
                <a:latin typeface="Arial Black"/>
                <a:cs typeface="Arial Black"/>
              </a:rPr>
              <a:t>Login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89173" y="16789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29953" y="1486788"/>
            <a:ext cx="2169160" cy="729615"/>
            <a:chOff x="2829953" y="1486788"/>
            <a:chExt cx="2169160" cy="72961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9953" y="1486788"/>
              <a:ext cx="2168639" cy="72900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874594" y="15084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80">
                  <a:moveTo>
                    <a:pt x="1972449" y="0"/>
                  </a:moveTo>
                  <a:lnTo>
                    <a:pt x="106565" y="0"/>
                  </a:lnTo>
                  <a:lnTo>
                    <a:pt x="91705" y="934"/>
                  </a:lnTo>
                  <a:lnTo>
                    <a:pt x="92322" y="934"/>
                  </a:lnTo>
                  <a:lnTo>
                    <a:pt x="78979" y="3506"/>
                  </a:lnTo>
                  <a:lnTo>
                    <a:pt x="41692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5" y="547101"/>
                  </a:lnTo>
                  <a:lnTo>
                    <a:pt x="878" y="547459"/>
                  </a:lnTo>
                  <a:lnTo>
                    <a:pt x="3443" y="560739"/>
                  </a:lnTo>
                  <a:lnTo>
                    <a:pt x="3513" y="561100"/>
                  </a:lnTo>
                  <a:lnTo>
                    <a:pt x="7782" y="573906"/>
                  </a:lnTo>
                  <a:lnTo>
                    <a:pt x="31100" y="608801"/>
                  </a:lnTo>
                  <a:lnTo>
                    <a:pt x="65812" y="631877"/>
                  </a:lnTo>
                  <a:lnTo>
                    <a:pt x="106565" y="640080"/>
                  </a:lnTo>
                  <a:lnTo>
                    <a:pt x="1972805" y="639711"/>
                  </a:lnTo>
                  <a:lnTo>
                    <a:pt x="2013385" y="631877"/>
                  </a:lnTo>
                  <a:lnTo>
                    <a:pt x="2048092" y="608623"/>
                  </a:lnTo>
                  <a:lnTo>
                    <a:pt x="2071168" y="573906"/>
                  </a:lnTo>
                  <a:lnTo>
                    <a:pt x="2075556" y="561100"/>
                  </a:lnTo>
                  <a:lnTo>
                    <a:pt x="2075680" y="560739"/>
                  </a:lnTo>
                  <a:lnTo>
                    <a:pt x="2078364" y="547459"/>
                  </a:lnTo>
                  <a:lnTo>
                    <a:pt x="2078436" y="547101"/>
                  </a:lnTo>
                  <a:lnTo>
                    <a:pt x="2079347" y="533514"/>
                  </a:lnTo>
                  <a:lnTo>
                    <a:pt x="2079371" y="533158"/>
                  </a:lnTo>
                  <a:lnTo>
                    <a:pt x="2079002" y="106552"/>
                  </a:lnTo>
                  <a:lnTo>
                    <a:pt x="2071110" y="65805"/>
                  </a:lnTo>
                  <a:lnTo>
                    <a:pt x="2047914" y="31272"/>
                  </a:lnTo>
                  <a:lnTo>
                    <a:pt x="2013197" y="8202"/>
                  </a:lnTo>
                  <a:lnTo>
                    <a:pt x="1986392" y="934"/>
                  </a:lnTo>
                  <a:lnTo>
                    <a:pt x="1972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74594" y="15084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80">
                  <a:moveTo>
                    <a:pt x="0" y="106552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7" y="41624"/>
                  </a:lnTo>
                  <a:lnTo>
                    <a:pt x="53289" y="14033"/>
                  </a:lnTo>
                  <a:lnTo>
                    <a:pt x="92620" y="876"/>
                  </a:lnTo>
                  <a:lnTo>
                    <a:pt x="106565" y="0"/>
                  </a:lnTo>
                  <a:lnTo>
                    <a:pt x="1972449" y="0"/>
                  </a:lnTo>
                  <a:lnTo>
                    <a:pt x="2013197" y="8202"/>
                  </a:lnTo>
                  <a:lnTo>
                    <a:pt x="2047914" y="31272"/>
                  </a:lnTo>
                  <a:lnTo>
                    <a:pt x="2071110" y="65805"/>
                  </a:lnTo>
                  <a:lnTo>
                    <a:pt x="2079002" y="106552"/>
                  </a:lnTo>
                  <a:lnTo>
                    <a:pt x="2079371" y="533158"/>
                  </a:lnTo>
                  <a:lnTo>
                    <a:pt x="2078436" y="547101"/>
                  </a:lnTo>
                  <a:lnTo>
                    <a:pt x="2075680" y="560739"/>
                  </a:lnTo>
                  <a:lnTo>
                    <a:pt x="2057223" y="598087"/>
                  </a:lnTo>
                  <a:lnTo>
                    <a:pt x="2026081" y="625678"/>
                  </a:lnTo>
                  <a:lnTo>
                    <a:pt x="1986750" y="638835"/>
                  </a:lnTo>
                  <a:lnTo>
                    <a:pt x="106565" y="640080"/>
                  </a:lnTo>
                  <a:lnTo>
                    <a:pt x="65812" y="631877"/>
                  </a:lnTo>
                  <a:lnTo>
                    <a:pt x="31100" y="608801"/>
                  </a:lnTo>
                  <a:lnTo>
                    <a:pt x="790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412706" y="1750580"/>
            <a:ext cx="1002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65" dirty="0">
                <a:solidFill>
                  <a:srgbClr val="122A49"/>
                </a:solidFill>
                <a:latin typeface="Arial Black"/>
                <a:cs typeface="Arial Black"/>
              </a:rPr>
              <a:t>Upload</a:t>
            </a:r>
            <a:r>
              <a:rPr sz="1100" spc="-3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25" dirty="0">
                <a:solidFill>
                  <a:srgbClr val="122A49"/>
                </a:solidFill>
                <a:latin typeface="Arial Black"/>
                <a:cs typeface="Arial Black"/>
              </a:rPr>
              <a:t>report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78336" y="16789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019116" y="1486788"/>
            <a:ext cx="2169160" cy="729615"/>
            <a:chOff x="5019116" y="1486788"/>
            <a:chExt cx="2169160" cy="729615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9116" y="1486788"/>
              <a:ext cx="2168639" cy="72900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063756" y="15084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80">
                  <a:moveTo>
                    <a:pt x="1972436" y="0"/>
                  </a:moveTo>
                  <a:lnTo>
                    <a:pt x="106565" y="0"/>
                  </a:lnTo>
                  <a:lnTo>
                    <a:pt x="91705" y="934"/>
                  </a:lnTo>
                  <a:lnTo>
                    <a:pt x="92322" y="934"/>
                  </a:lnTo>
                  <a:lnTo>
                    <a:pt x="78979" y="3506"/>
                  </a:lnTo>
                  <a:lnTo>
                    <a:pt x="41692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5" y="547101"/>
                  </a:lnTo>
                  <a:lnTo>
                    <a:pt x="878" y="547459"/>
                  </a:lnTo>
                  <a:lnTo>
                    <a:pt x="3443" y="560739"/>
                  </a:lnTo>
                  <a:lnTo>
                    <a:pt x="3513" y="561100"/>
                  </a:lnTo>
                  <a:lnTo>
                    <a:pt x="7782" y="573906"/>
                  </a:lnTo>
                  <a:lnTo>
                    <a:pt x="31100" y="608801"/>
                  </a:lnTo>
                  <a:lnTo>
                    <a:pt x="65812" y="631877"/>
                  </a:lnTo>
                  <a:lnTo>
                    <a:pt x="106565" y="640080"/>
                  </a:lnTo>
                  <a:lnTo>
                    <a:pt x="1972805" y="639711"/>
                  </a:lnTo>
                  <a:lnTo>
                    <a:pt x="2013385" y="631877"/>
                  </a:lnTo>
                  <a:lnTo>
                    <a:pt x="2048092" y="608623"/>
                  </a:lnTo>
                  <a:lnTo>
                    <a:pt x="2071166" y="573906"/>
                  </a:lnTo>
                  <a:lnTo>
                    <a:pt x="2078354" y="547459"/>
                  </a:lnTo>
                  <a:lnTo>
                    <a:pt x="2078426" y="547101"/>
                  </a:lnTo>
                  <a:lnTo>
                    <a:pt x="2079334" y="533514"/>
                  </a:lnTo>
                  <a:lnTo>
                    <a:pt x="2079358" y="533158"/>
                  </a:lnTo>
                  <a:lnTo>
                    <a:pt x="2079002" y="106552"/>
                  </a:lnTo>
                  <a:lnTo>
                    <a:pt x="2071110" y="65805"/>
                  </a:lnTo>
                  <a:lnTo>
                    <a:pt x="2047909" y="31272"/>
                  </a:lnTo>
                  <a:lnTo>
                    <a:pt x="2013197" y="8202"/>
                  </a:lnTo>
                  <a:lnTo>
                    <a:pt x="1986387" y="934"/>
                  </a:lnTo>
                  <a:lnTo>
                    <a:pt x="19724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63756" y="15084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80">
                  <a:moveTo>
                    <a:pt x="0" y="106552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7" y="41624"/>
                  </a:lnTo>
                  <a:lnTo>
                    <a:pt x="53289" y="14033"/>
                  </a:lnTo>
                  <a:lnTo>
                    <a:pt x="92620" y="876"/>
                  </a:lnTo>
                  <a:lnTo>
                    <a:pt x="106565" y="0"/>
                  </a:lnTo>
                  <a:lnTo>
                    <a:pt x="1972436" y="0"/>
                  </a:lnTo>
                  <a:lnTo>
                    <a:pt x="2013197" y="8202"/>
                  </a:lnTo>
                  <a:lnTo>
                    <a:pt x="2047909" y="31272"/>
                  </a:lnTo>
                  <a:lnTo>
                    <a:pt x="2071110" y="65805"/>
                  </a:lnTo>
                  <a:lnTo>
                    <a:pt x="2079002" y="106552"/>
                  </a:lnTo>
                  <a:lnTo>
                    <a:pt x="2079358" y="533158"/>
                  </a:lnTo>
                  <a:lnTo>
                    <a:pt x="2078426" y="547101"/>
                  </a:lnTo>
                  <a:lnTo>
                    <a:pt x="2075673" y="560739"/>
                  </a:lnTo>
                  <a:lnTo>
                    <a:pt x="2057223" y="598087"/>
                  </a:lnTo>
                  <a:lnTo>
                    <a:pt x="2026081" y="625678"/>
                  </a:lnTo>
                  <a:lnTo>
                    <a:pt x="1986750" y="638835"/>
                  </a:lnTo>
                  <a:lnTo>
                    <a:pt x="106565" y="640080"/>
                  </a:lnTo>
                  <a:lnTo>
                    <a:pt x="65812" y="631877"/>
                  </a:lnTo>
                  <a:lnTo>
                    <a:pt x="31100" y="608801"/>
                  </a:lnTo>
                  <a:lnTo>
                    <a:pt x="790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622734" y="1750580"/>
            <a:ext cx="9607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0" dirty="0">
                <a:solidFill>
                  <a:srgbClr val="122A49"/>
                </a:solidFill>
                <a:latin typeface="Arial Black"/>
                <a:cs typeface="Arial Black"/>
              </a:rPr>
              <a:t>View</a:t>
            </a:r>
            <a:r>
              <a:rPr sz="1100" spc="-6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60" dirty="0">
                <a:solidFill>
                  <a:srgbClr val="122A49"/>
                </a:solidFill>
                <a:latin typeface="Arial Black"/>
                <a:cs typeface="Arial Black"/>
              </a:rPr>
              <a:t>analysis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67143" y="16789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207922" y="1486788"/>
            <a:ext cx="2169160" cy="729615"/>
            <a:chOff x="7207922" y="1486788"/>
            <a:chExt cx="2169160" cy="729615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7922" y="1486788"/>
              <a:ext cx="2168639" cy="72900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252563" y="15084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80">
                  <a:moveTo>
                    <a:pt x="1972437" y="0"/>
                  </a:moveTo>
                  <a:lnTo>
                    <a:pt x="106552" y="0"/>
                  </a:lnTo>
                  <a:lnTo>
                    <a:pt x="91694" y="934"/>
                  </a:lnTo>
                  <a:lnTo>
                    <a:pt x="92311" y="934"/>
                  </a:lnTo>
                  <a:lnTo>
                    <a:pt x="78971" y="3506"/>
                  </a:lnTo>
                  <a:lnTo>
                    <a:pt x="41681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4" y="547101"/>
                  </a:lnTo>
                  <a:lnTo>
                    <a:pt x="876" y="547459"/>
                  </a:lnTo>
                  <a:lnTo>
                    <a:pt x="14033" y="586790"/>
                  </a:lnTo>
                  <a:lnTo>
                    <a:pt x="41624" y="617932"/>
                  </a:lnTo>
                  <a:lnTo>
                    <a:pt x="78971" y="636389"/>
                  </a:lnTo>
                  <a:lnTo>
                    <a:pt x="106552" y="640080"/>
                  </a:lnTo>
                  <a:lnTo>
                    <a:pt x="1972792" y="639711"/>
                  </a:lnTo>
                  <a:lnTo>
                    <a:pt x="2013378" y="631877"/>
                  </a:lnTo>
                  <a:lnTo>
                    <a:pt x="2048081" y="608623"/>
                  </a:lnTo>
                  <a:lnTo>
                    <a:pt x="2071155" y="573906"/>
                  </a:lnTo>
                  <a:lnTo>
                    <a:pt x="2075543" y="561100"/>
                  </a:lnTo>
                  <a:lnTo>
                    <a:pt x="2075667" y="560739"/>
                  </a:lnTo>
                  <a:lnTo>
                    <a:pt x="2078352" y="547459"/>
                  </a:lnTo>
                  <a:lnTo>
                    <a:pt x="2078424" y="547101"/>
                  </a:lnTo>
                  <a:lnTo>
                    <a:pt x="2079334" y="533514"/>
                  </a:lnTo>
                  <a:lnTo>
                    <a:pt x="2079358" y="533158"/>
                  </a:lnTo>
                  <a:lnTo>
                    <a:pt x="2079002" y="106552"/>
                  </a:lnTo>
                  <a:lnTo>
                    <a:pt x="2071099" y="65805"/>
                  </a:lnTo>
                  <a:lnTo>
                    <a:pt x="2047901" y="31272"/>
                  </a:lnTo>
                  <a:lnTo>
                    <a:pt x="2013190" y="8202"/>
                  </a:lnTo>
                  <a:lnTo>
                    <a:pt x="1986381" y="934"/>
                  </a:lnTo>
                  <a:lnTo>
                    <a:pt x="19724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52563" y="15084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80">
                  <a:moveTo>
                    <a:pt x="0" y="106552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5" y="41624"/>
                  </a:lnTo>
                  <a:lnTo>
                    <a:pt x="53276" y="14033"/>
                  </a:lnTo>
                  <a:lnTo>
                    <a:pt x="92609" y="876"/>
                  </a:lnTo>
                  <a:lnTo>
                    <a:pt x="106552" y="0"/>
                  </a:lnTo>
                  <a:lnTo>
                    <a:pt x="1972437" y="0"/>
                  </a:lnTo>
                  <a:lnTo>
                    <a:pt x="2013190" y="8202"/>
                  </a:lnTo>
                  <a:lnTo>
                    <a:pt x="2047901" y="31272"/>
                  </a:lnTo>
                  <a:lnTo>
                    <a:pt x="2071099" y="65805"/>
                  </a:lnTo>
                  <a:lnTo>
                    <a:pt x="2079002" y="106552"/>
                  </a:lnTo>
                  <a:lnTo>
                    <a:pt x="2079358" y="533158"/>
                  </a:lnTo>
                  <a:lnTo>
                    <a:pt x="2078424" y="547101"/>
                  </a:lnTo>
                  <a:lnTo>
                    <a:pt x="2075667" y="560739"/>
                  </a:lnTo>
                  <a:lnTo>
                    <a:pt x="2057210" y="598087"/>
                  </a:lnTo>
                  <a:lnTo>
                    <a:pt x="2026081" y="625678"/>
                  </a:lnTo>
                  <a:lnTo>
                    <a:pt x="1986737" y="638835"/>
                  </a:lnTo>
                  <a:lnTo>
                    <a:pt x="106552" y="640080"/>
                  </a:lnTo>
                  <a:lnTo>
                    <a:pt x="65805" y="631877"/>
                  </a:lnTo>
                  <a:lnTo>
                    <a:pt x="31088" y="608801"/>
                  </a:lnTo>
                  <a:lnTo>
                    <a:pt x="789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751419" y="1750580"/>
            <a:ext cx="10814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60" dirty="0">
                <a:solidFill>
                  <a:srgbClr val="122A49"/>
                </a:solidFill>
                <a:latin typeface="Arial Black"/>
                <a:cs typeface="Arial Black"/>
              </a:rPr>
              <a:t>Manage</a:t>
            </a:r>
            <a:r>
              <a:rPr sz="1100" spc="-3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30" dirty="0">
                <a:solidFill>
                  <a:srgbClr val="122A49"/>
                </a:solidFill>
                <a:latin typeface="Arial Black"/>
                <a:cs typeface="Arial Black"/>
              </a:rPr>
              <a:t>health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356305" y="16789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397085" y="1486788"/>
            <a:ext cx="2169160" cy="729615"/>
            <a:chOff x="9397085" y="1486788"/>
            <a:chExt cx="2169160" cy="729615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7085" y="1486788"/>
              <a:ext cx="2168639" cy="72900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441725" y="15084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80">
                  <a:moveTo>
                    <a:pt x="1972437" y="0"/>
                  </a:moveTo>
                  <a:lnTo>
                    <a:pt x="106552" y="0"/>
                  </a:lnTo>
                  <a:lnTo>
                    <a:pt x="91692" y="934"/>
                  </a:lnTo>
                  <a:lnTo>
                    <a:pt x="92309" y="934"/>
                  </a:lnTo>
                  <a:lnTo>
                    <a:pt x="78967" y="3506"/>
                  </a:lnTo>
                  <a:lnTo>
                    <a:pt x="41680" y="21835"/>
                  </a:lnTo>
                  <a:lnTo>
                    <a:pt x="14389" y="53276"/>
                  </a:lnTo>
                  <a:lnTo>
                    <a:pt x="932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4" y="547101"/>
                  </a:lnTo>
                  <a:lnTo>
                    <a:pt x="876" y="547459"/>
                  </a:lnTo>
                  <a:lnTo>
                    <a:pt x="14033" y="586790"/>
                  </a:lnTo>
                  <a:lnTo>
                    <a:pt x="41624" y="617932"/>
                  </a:lnTo>
                  <a:lnTo>
                    <a:pt x="78967" y="636389"/>
                  </a:lnTo>
                  <a:lnTo>
                    <a:pt x="106552" y="640080"/>
                  </a:lnTo>
                  <a:lnTo>
                    <a:pt x="1972792" y="639711"/>
                  </a:lnTo>
                  <a:lnTo>
                    <a:pt x="2013373" y="631877"/>
                  </a:lnTo>
                  <a:lnTo>
                    <a:pt x="2048079" y="608623"/>
                  </a:lnTo>
                  <a:lnTo>
                    <a:pt x="2071155" y="573906"/>
                  </a:lnTo>
                  <a:lnTo>
                    <a:pt x="2075543" y="561100"/>
                  </a:lnTo>
                  <a:lnTo>
                    <a:pt x="2075667" y="560739"/>
                  </a:lnTo>
                  <a:lnTo>
                    <a:pt x="2078352" y="547459"/>
                  </a:lnTo>
                  <a:lnTo>
                    <a:pt x="2078424" y="547101"/>
                  </a:lnTo>
                  <a:lnTo>
                    <a:pt x="2079334" y="533514"/>
                  </a:lnTo>
                  <a:lnTo>
                    <a:pt x="2079358" y="533158"/>
                  </a:lnTo>
                  <a:lnTo>
                    <a:pt x="2078990" y="106552"/>
                  </a:lnTo>
                  <a:lnTo>
                    <a:pt x="2071097" y="65805"/>
                  </a:lnTo>
                  <a:lnTo>
                    <a:pt x="2047901" y="31272"/>
                  </a:lnTo>
                  <a:lnTo>
                    <a:pt x="2013184" y="8202"/>
                  </a:lnTo>
                  <a:lnTo>
                    <a:pt x="1986380" y="934"/>
                  </a:lnTo>
                  <a:lnTo>
                    <a:pt x="19724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441725" y="15084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80">
                  <a:moveTo>
                    <a:pt x="0" y="106552"/>
                  </a:moveTo>
                  <a:lnTo>
                    <a:pt x="932" y="92609"/>
                  </a:lnTo>
                  <a:lnTo>
                    <a:pt x="3684" y="78971"/>
                  </a:lnTo>
                  <a:lnTo>
                    <a:pt x="22135" y="41624"/>
                  </a:lnTo>
                  <a:lnTo>
                    <a:pt x="53276" y="14033"/>
                  </a:lnTo>
                  <a:lnTo>
                    <a:pt x="92608" y="876"/>
                  </a:lnTo>
                  <a:lnTo>
                    <a:pt x="106552" y="0"/>
                  </a:lnTo>
                  <a:lnTo>
                    <a:pt x="1972437" y="0"/>
                  </a:lnTo>
                  <a:lnTo>
                    <a:pt x="2013184" y="8202"/>
                  </a:lnTo>
                  <a:lnTo>
                    <a:pt x="2047901" y="31272"/>
                  </a:lnTo>
                  <a:lnTo>
                    <a:pt x="2071097" y="65805"/>
                  </a:lnTo>
                  <a:lnTo>
                    <a:pt x="2078990" y="106552"/>
                  </a:lnTo>
                  <a:lnTo>
                    <a:pt x="2079358" y="533158"/>
                  </a:lnTo>
                  <a:lnTo>
                    <a:pt x="2078424" y="547101"/>
                  </a:lnTo>
                  <a:lnTo>
                    <a:pt x="2075667" y="560739"/>
                  </a:lnTo>
                  <a:lnTo>
                    <a:pt x="2057210" y="598087"/>
                  </a:lnTo>
                  <a:lnTo>
                    <a:pt x="2026069" y="625678"/>
                  </a:lnTo>
                  <a:lnTo>
                    <a:pt x="1986737" y="638835"/>
                  </a:lnTo>
                  <a:lnTo>
                    <a:pt x="106552" y="640080"/>
                  </a:lnTo>
                  <a:lnTo>
                    <a:pt x="65799" y="631877"/>
                  </a:lnTo>
                  <a:lnTo>
                    <a:pt x="31088" y="608801"/>
                  </a:lnTo>
                  <a:lnTo>
                    <a:pt x="789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0125976" y="1750580"/>
            <a:ext cx="7112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80" dirty="0">
                <a:solidFill>
                  <a:srgbClr val="122A49"/>
                </a:solidFill>
                <a:latin typeface="Arial Black"/>
                <a:cs typeface="Arial Black"/>
              </a:rPr>
              <a:t>Book</a:t>
            </a:r>
            <a:r>
              <a:rPr sz="1100" spc="-5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40" dirty="0">
                <a:solidFill>
                  <a:srgbClr val="122A49"/>
                </a:solidFill>
                <a:latin typeface="Arial Black"/>
                <a:cs typeface="Arial Black"/>
              </a:rPr>
              <a:t>visit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91540" y="2574975"/>
            <a:ext cx="71628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10" dirty="0">
                <a:solidFill>
                  <a:srgbClr val="36689F"/>
                </a:solidFill>
                <a:latin typeface="Arial Black"/>
                <a:cs typeface="Arial Black"/>
              </a:rPr>
              <a:t>DOCTOR</a:t>
            </a:r>
            <a:endParaRPr sz="1300">
              <a:latin typeface="Arial Black"/>
              <a:cs typeface="Arial Black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40803" y="2858389"/>
            <a:ext cx="2169160" cy="729615"/>
            <a:chOff x="640803" y="2858389"/>
            <a:chExt cx="2169160" cy="729615"/>
          </a:xfrm>
        </p:grpSpPr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803" y="2858389"/>
              <a:ext cx="2168639" cy="72900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85444" y="28800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79">
                  <a:moveTo>
                    <a:pt x="1972437" y="0"/>
                  </a:moveTo>
                  <a:lnTo>
                    <a:pt x="106553" y="0"/>
                  </a:lnTo>
                  <a:lnTo>
                    <a:pt x="91694" y="934"/>
                  </a:lnTo>
                  <a:lnTo>
                    <a:pt x="92311" y="934"/>
                  </a:lnTo>
                  <a:lnTo>
                    <a:pt x="78971" y="3506"/>
                  </a:lnTo>
                  <a:lnTo>
                    <a:pt x="41681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4" y="547101"/>
                  </a:lnTo>
                  <a:lnTo>
                    <a:pt x="876" y="547459"/>
                  </a:lnTo>
                  <a:lnTo>
                    <a:pt x="3437" y="560739"/>
                  </a:lnTo>
                  <a:lnTo>
                    <a:pt x="3506" y="561100"/>
                  </a:lnTo>
                  <a:lnTo>
                    <a:pt x="7771" y="573906"/>
                  </a:lnTo>
                  <a:lnTo>
                    <a:pt x="31088" y="608801"/>
                  </a:lnTo>
                  <a:lnTo>
                    <a:pt x="65805" y="631877"/>
                  </a:lnTo>
                  <a:lnTo>
                    <a:pt x="106553" y="640080"/>
                  </a:lnTo>
                  <a:lnTo>
                    <a:pt x="1972792" y="639711"/>
                  </a:lnTo>
                  <a:lnTo>
                    <a:pt x="2013378" y="631877"/>
                  </a:lnTo>
                  <a:lnTo>
                    <a:pt x="2048081" y="608623"/>
                  </a:lnTo>
                  <a:lnTo>
                    <a:pt x="2071155" y="573906"/>
                  </a:lnTo>
                  <a:lnTo>
                    <a:pt x="2075543" y="561100"/>
                  </a:lnTo>
                  <a:lnTo>
                    <a:pt x="2075667" y="560739"/>
                  </a:lnTo>
                  <a:lnTo>
                    <a:pt x="2078352" y="547459"/>
                  </a:lnTo>
                  <a:lnTo>
                    <a:pt x="2078424" y="547101"/>
                  </a:lnTo>
                  <a:lnTo>
                    <a:pt x="2079334" y="533514"/>
                  </a:lnTo>
                  <a:lnTo>
                    <a:pt x="2079358" y="533158"/>
                  </a:lnTo>
                  <a:lnTo>
                    <a:pt x="2078989" y="106552"/>
                  </a:lnTo>
                  <a:lnTo>
                    <a:pt x="2071097" y="65805"/>
                  </a:lnTo>
                  <a:lnTo>
                    <a:pt x="2047901" y="31272"/>
                  </a:lnTo>
                  <a:lnTo>
                    <a:pt x="2013190" y="8202"/>
                  </a:lnTo>
                  <a:lnTo>
                    <a:pt x="1986381" y="934"/>
                  </a:lnTo>
                  <a:lnTo>
                    <a:pt x="19724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85444" y="28800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79">
                  <a:moveTo>
                    <a:pt x="0" y="106552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5" y="41624"/>
                  </a:lnTo>
                  <a:lnTo>
                    <a:pt x="53276" y="14033"/>
                  </a:lnTo>
                  <a:lnTo>
                    <a:pt x="92609" y="876"/>
                  </a:lnTo>
                  <a:lnTo>
                    <a:pt x="106553" y="0"/>
                  </a:lnTo>
                  <a:lnTo>
                    <a:pt x="1972437" y="0"/>
                  </a:lnTo>
                  <a:lnTo>
                    <a:pt x="2013190" y="8202"/>
                  </a:lnTo>
                  <a:lnTo>
                    <a:pt x="2047901" y="31272"/>
                  </a:lnTo>
                  <a:lnTo>
                    <a:pt x="2071097" y="65805"/>
                  </a:lnTo>
                  <a:lnTo>
                    <a:pt x="2078989" y="106552"/>
                  </a:lnTo>
                  <a:lnTo>
                    <a:pt x="2079358" y="533158"/>
                  </a:lnTo>
                  <a:lnTo>
                    <a:pt x="2078424" y="547101"/>
                  </a:lnTo>
                  <a:lnTo>
                    <a:pt x="2075667" y="560739"/>
                  </a:lnTo>
                  <a:lnTo>
                    <a:pt x="2057210" y="598087"/>
                  </a:lnTo>
                  <a:lnTo>
                    <a:pt x="2026081" y="625678"/>
                  </a:lnTo>
                  <a:lnTo>
                    <a:pt x="1986737" y="638835"/>
                  </a:lnTo>
                  <a:lnTo>
                    <a:pt x="106553" y="640080"/>
                  </a:lnTo>
                  <a:lnTo>
                    <a:pt x="65805" y="631877"/>
                  </a:lnTo>
                  <a:lnTo>
                    <a:pt x="31088" y="608801"/>
                  </a:lnTo>
                  <a:lnTo>
                    <a:pt x="789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518373" y="3122180"/>
            <a:ext cx="4140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122A49"/>
                </a:solidFill>
                <a:latin typeface="Arial Black"/>
                <a:cs typeface="Arial Black"/>
              </a:rPr>
              <a:t>Login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789173" y="30505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829953" y="2858389"/>
            <a:ext cx="2169160" cy="729615"/>
            <a:chOff x="2829953" y="2858389"/>
            <a:chExt cx="2169160" cy="729615"/>
          </a:xfrm>
        </p:grpSpPr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9953" y="2858389"/>
              <a:ext cx="2168639" cy="72900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874594" y="28800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79">
                  <a:moveTo>
                    <a:pt x="1972449" y="0"/>
                  </a:moveTo>
                  <a:lnTo>
                    <a:pt x="106565" y="0"/>
                  </a:lnTo>
                  <a:lnTo>
                    <a:pt x="91705" y="934"/>
                  </a:lnTo>
                  <a:lnTo>
                    <a:pt x="92322" y="934"/>
                  </a:lnTo>
                  <a:lnTo>
                    <a:pt x="78979" y="3506"/>
                  </a:lnTo>
                  <a:lnTo>
                    <a:pt x="41692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5" y="547101"/>
                  </a:lnTo>
                  <a:lnTo>
                    <a:pt x="878" y="547459"/>
                  </a:lnTo>
                  <a:lnTo>
                    <a:pt x="3443" y="560739"/>
                  </a:lnTo>
                  <a:lnTo>
                    <a:pt x="3513" y="561100"/>
                  </a:lnTo>
                  <a:lnTo>
                    <a:pt x="7782" y="573906"/>
                  </a:lnTo>
                  <a:lnTo>
                    <a:pt x="31100" y="608801"/>
                  </a:lnTo>
                  <a:lnTo>
                    <a:pt x="65812" y="631877"/>
                  </a:lnTo>
                  <a:lnTo>
                    <a:pt x="106565" y="640080"/>
                  </a:lnTo>
                  <a:lnTo>
                    <a:pt x="1972805" y="639711"/>
                  </a:lnTo>
                  <a:lnTo>
                    <a:pt x="2013385" y="631877"/>
                  </a:lnTo>
                  <a:lnTo>
                    <a:pt x="2048092" y="608623"/>
                  </a:lnTo>
                  <a:lnTo>
                    <a:pt x="2071168" y="573906"/>
                  </a:lnTo>
                  <a:lnTo>
                    <a:pt x="2075556" y="561100"/>
                  </a:lnTo>
                  <a:lnTo>
                    <a:pt x="2075680" y="560739"/>
                  </a:lnTo>
                  <a:lnTo>
                    <a:pt x="2078364" y="547459"/>
                  </a:lnTo>
                  <a:lnTo>
                    <a:pt x="2078436" y="547101"/>
                  </a:lnTo>
                  <a:lnTo>
                    <a:pt x="2079347" y="533514"/>
                  </a:lnTo>
                  <a:lnTo>
                    <a:pt x="2079371" y="533158"/>
                  </a:lnTo>
                  <a:lnTo>
                    <a:pt x="2079002" y="106552"/>
                  </a:lnTo>
                  <a:lnTo>
                    <a:pt x="2071110" y="65805"/>
                  </a:lnTo>
                  <a:lnTo>
                    <a:pt x="2047914" y="31272"/>
                  </a:lnTo>
                  <a:lnTo>
                    <a:pt x="2013197" y="8202"/>
                  </a:lnTo>
                  <a:lnTo>
                    <a:pt x="1986392" y="934"/>
                  </a:lnTo>
                  <a:lnTo>
                    <a:pt x="1972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874594" y="28800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79">
                  <a:moveTo>
                    <a:pt x="0" y="106552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7" y="41624"/>
                  </a:lnTo>
                  <a:lnTo>
                    <a:pt x="53289" y="14033"/>
                  </a:lnTo>
                  <a:lnTo>
                    <a:pt x="92620" y="876"/>
                  </a:lnTo>
                  <a:lnTo>
                    <a:pt x="106565" y="0"/>
                  </a:lnTo>
                  <a:lnTo>
                    <a:pt x="1972449" y="0"/>
                  </a:lnTo>
                  <a:lnTo>
                    <a:pt x="2013197" y="8202"/>
                  </a:lnTo>
                  <a:lnTo>
                    <a:pt x="2047914" y="31272"/>
                  </a:lnTo>
                  <a:lnTo>
                    <a:pt x="2071110" y="65805"/>
                  </a:lnTo>
                  <a:lnTo>
                    <a:pt x="2079002" y="106552"/>
                  </a:lnTo>
                  <a:lnTo>
                    <a:pt x="2079371" y="533158"/>
                  </a:lnTo>
                  <a:lnTo>
                    <a:pt x="2078436" y="547101"/>
                  </a:lnTo>
                  <a:lnTo>
                    <a:pt x="2075680" y="560739"/>
                  </a:lnTo>
                  <a:lnTo>
                    <a:pt x="2057223" y="598087"/>
                  </a:lnTo>
                  <a:lnTo>
                    <a:pt x="2026081" y="625678"/>
                  </a:lnTo>
                  <a:lnTo>
                    <a:pt x="1986750" y="638835"/>
                  </a:lnTo>
                  <a:lnTo>
                    <a:pt x="106565" y="640080"/>
                  </a:lnTo>
                  <a:lnTo>
                    <a:pt x="65812" y="631877"/>
                  </a:lnTo>
                  <a:lnTo>
                    <a:pt x="31100" y="608801"/>
                  </a:lnTo>
                  <a:lnTo>
                    <a:pt x="790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295345" y="3122180"/>
            <a:ext cx="1236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0" dirty="0">
                <a:solidFill>
                  <a:srgbClr val="122A49"/>
                </a:solidFill>
                <a:latin typeface="Arial Black"/>
                <a:cs typeface="Arial Black"/>
              </a:rPr>
              <a:t>Search</a:t>
            </a:r>
            <a:r>
              <a:rPr sz="1100" spc="-5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55" dirty="0">
                <a:solidFill>
                  <a:srgbClr val="122A49"/>
                </a:solidFill>
                <a:latin typeface="Arial Black"/>
                <a:cs typeface="Arial Black"/>
              </a:rPr>
              <a:t>Patient</a:t>
            </a:r>
            <a:r>
              <a:rPr sz="1100" spc="-5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25" dirty="0">
                <a:solidFill>
                  <a:srgbClr val="122A49"/>
                </a:solidFill>
                <a:latin typeface="Arial Black"/>
                <a:cs typeface="Arial Black"/>
              </a:rPr>
              <a:t>ID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978336" y="30505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019116" y="2858389"/>
            <a:ext cx="2169160" cy="729615"/>
            <a:chOff x="5019116" y="2858389"/>
            <a:chExt cx="2169160" cy="729615"/>
          </a:xfrm>
        </p:grpSpPr>
        <p:pic>
          <p:nvPicPr>
            <p:cNvPr id="51" name="object 5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9116" y="2858389"/>
              <a:ext cx="2168639" cy="72900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063756" y="28800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79">
                  <a:moveTo>
                    <a:pt x="1972436" y="0"/>
                  </a:moveTo>
                  <a:lnTo>
                    <a:pt x="106565" y="0"/>
                  </a:lnTo>
                  <a:lnTo>
                    <a:pt x="91705" y="934"/>
                  </a:lnTo>
                  <a:lnTo>
                    <a:pt x="92322" y="934"/>
                  </a:lnTo>
                  <a:lnTo>
                    <a:pt x="78979" y="3506"/>
                  </a:lnTo>
                  <a:lnTo>
                    <a:pt x="41692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5" y="547101"/>
                  </a:lnTo>
                  <a:lnTo>
                    <a:pt x="878" y="547459"/>
                  </a:lnTo>
                  <a:lnTo>
                    <a:pt x="3443" y="560739"/>
                  </a:lnTo>
                  <a:lnTo>
                    <a:pt x="3513" y="561100"/>
                  </a:lnTo>
                  <a:lnTo>
                    <a:pt x="7782" y="573906"/>
                  </a:lnTo>
                  <a:lnTo>
                    <a:pt x="31100" y="608801"/>
                  </a:lnTo>
                  <a:lnTo>
                    <a:pt x="65812" y="631877"/>
                  </a:lnTo>
                  <a:lnTo>
                    <a:pt x="106565" y="640080"/>
                  </a:lnTo>
                  <a:lnTo>
                    <a:pt x="1972805" y="639711"/>
                  </a:lnTo>
                  <a:lnTo>
                    <a:pt x="2013385" y="631877"/>
                  </a:lnTo>
                  <a:lnTo>
                    <a:pt x="2048092" y="608623"/>
                  </a:lnTo>
                  <a:lnTo>
                    <a:pt x="2071166" y="573906"/>
                  </a:lnTo>
                  <a:lnTo>
                    <a:pt x="2078354" y="547459"/>
                  </a:lnTo>
                  <a:lnTo>
                    <a:pt x="2078426" y="547101"/>
                  </a:lnTo>
                  <a:lnTo>
                    <a:pt x="2079334" y="533514"/>
                  </a:lnTo>
                  <a:lnTo>
                    <a:pt x="2079358" y="533158"/>
                  </a:lnTo>
                  <a:lnTo>
                    <a:pt x="2079002" y="106552"/>
                  </a:lnTo>
                  <a:lnTo>
                    <a:pt x="2071110" y="65805"/>
                  </a:lnTo>
                  <a:lnTo>
                    <a:pt x="2047909" y="31272"/>
                  </a:lnTo>
                  <a:lnTo>
                    <a:pt x="2013197" y="8202"/>
                  </a:lnTo>
                  <a:lnTo>
                    <a:pt x="1986387" y="934"/>
                  </a:lnTo>
                  <a:lnTo>
                    <a:pt x="19724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063756" y="28800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79">
                  <a:moveTo>
                    <a:pt x="0" y="106552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7" y="41624"/>
                  </a:lnTo>
                  <a:lnTo>
                    <a:pt x="53289" y="14033"/>
                  </a:lnTo>
                  <a:lnTo>
                    <a:pt x="92620" y="876"/>
                  </a:lnTo>
                  <a:lnTo>
                    <a:pt x="106565" y="0"/>
                  </a:lnTo>
                  <a:lnTo>
                    <a:pt x="1972436" y="0"/>
                  </a:lnTo>
                  <a:lnTo>
                    <a:pt x="2013197" y="8202"/>
                  </a:lnTo>
                  <a:lnTo>
                    <a:pt x="2047909" y="31272"/>
                  </a:lnTo>
                  <a:lnTo>
                    <a:pt x="2071110" y="65805"/>
                  </a:lnTo>
                  <a:lnTo>
                    <a:pt x="2079002" y="106552"/>
                  </a:lnTo>
                  <a:lnTo>
                    <a:pt x="2079358" y="533158"/>
                  </a:lnTo>
                  <a:lnTo>
                    <a:pt x="2078426" y="547101"/>
                  </a:lnTo>
                  <a:lnTo>
                    <a:pt x="2075673" y="560739"/>
                  </a:lnTo>
                  <a:lnTo>
                    <a:pt x="2057223" y="598087"/>
                  </a:lnTo>
                  <a:lnTo>
                    <a:pt x="2026081" y="625678"/>
                  </a:lnTo>
                  <a:lnTo>
                    <a:pt x="1986750" y="638835"/>
                  </a:lnTo>
                  <a:lnTo>
                    <a:pt x="106565" y="640080"/>
                  </a:lnTo>
                  <a:lnTo>
                    <a:pt x="65812" y="631877"/>
                  </a:lnTo>
                  <a:lnTo>
                    <a:pt x="31100" y="608801"/>
                  </a:lnTo>
                  <a:lnTo>
                    <a:pt x="790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577382" y="3122180"/>
            <a:ext cx="10515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95" dirty="0">
                <a:solidFill>
                  <a:srgbClr val="122A49"/>
                </a:solidFill>
                <a:latin typeface="Arial Black"/>
                <a:cs typeface="Arial Black"/>
              </a:rPr>
              <a:t>Review</a:t>
            </a:r>
            <a:r>
              <a:rPr sz="1100" spc="-5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30" dirty="0">
                <a:solidFill>
                  <a:srgbClr val="122A49"/>
                </a:solidFill>
                <a:latin typeface="Arial Black"/>
                <a:cs typeface="Arial Black"/>
              </a:rPr>
              <a:t>history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167143" y="30505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207922" y="2858389"/>
            <a:ext cx="2169160" cy="729615"/>
            <a:chOff x="7207922" y="2858389"/>
            <a:chExt cx="2169160" cy="729615"/>
          </a:xfrm>
        </p:grpSpPr>
        <p:pic>
          <p:nvPicPr>
            <p:cNvPr id="57" name="object 5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7922" y="2858389"/>
              <a:ext cx="2168639" cy="729005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7252563" y="28800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79">
                  <a:moveTo>
                    <a:pt x="1972437" y="0"/>
                  </a:moveTo>
                  <a:lnTo>
                    <a:pt x="106552" y="0"/>
                  </a:lnTo>
                  <a:lnTo>
                    <a:pt x="91694" y="934"/>
                  </a:lnTo>
                  <a:lnTo>
                    <a:pt x="92311" y="934"/>
                  </a:lnTo>
                  <a:lnTo>
                    <a:pt x="78971" y="3506"/>
                  </a:lnTo>
                  <a:lnTo>
                    <a:pt x="41681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4" y="547101"/>
                  </a:lnTo>
                  <a:lnTo>
                    <a:pt x="876" y="547459"/>
                  </a:lnTo>
                  <a:lnTo>
                    <a:pt x="14033" y="586790"/>
                  </a:lnTo>
                  <a:lnTo>
                    <a:pt x="41624" y="617932"/>
                  </a:lnTo>
                  <a:lnTo>
                    <a:pt x="78971" y="636389"/>
                  </a:lnTo>
                  <a:lnTo>
                    <a:pt x="106552" y="640080"/>
                  </a:lnTo>
                  <a:lnTo>
                    <a:pt x="1972792" y="639711"/>
                  </a:lnTo>
                  <a:lnTo>
                    <a:pt x="2013378" y="631877"/>
                  </a:lnTo>
                  <a:lnTo>
                    <a:pt x="2048081" y="608623"/>
                  </a:lnTo>
                  <a:lnTo>
                    <a:pt x="2071155" y="573906"/>
                  </a:lnTo>
                  <a:lnTo>
                    <a:pt x="2075543" y="561100"/>
                  </a:lnTo>
                  <a:lnTo>
                    <a:pt x="2075667" y="560739"/>
                  </a:lnTo>
                  <a:lnTo>
                    <a:pt x="2078352" y="547459"/>
                  </a:lnTo>
                  <a:lnTo>
                    <a:pt x="2078424" y="547101"/>
                  </a:lnTo>
                  <a:lnTo>
                    <a:pt x="2079334" y="533514"/>
                  </a:lnTo>
                  <a:lnTo>
                    <a:pt x="2079358" y="533158"/>
                  </a:lnTo>
                  <a:lnTo>
                    <a:pt x="2079002" y="106552"/>
                  </a:lnTo>
                  <a:lnTo>
                    <a:pt x="2071099" y="65805"/>
                  </a:lnTo>
                  <a:lnTo>
                    <a:pt x="2047901" y="31272"/>
                  </a:lnTo>
                  <a:lnTo>
                    <a:pt x="2013190" y="8202"/>
                  </a:lnTo>
                  <a:lnTo>
                    <a:pt x="1986381" y="934"/>
                  </a:lnTo>
                  <a:lnTo>
                    <a:pt x="19724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52563" y="28800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79">
                  <a:moveTo>
                    <a:pt x="0" y="106552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5" y="41624"/>
                  </a:lnTo>
                  <a:lnTo>
                    <a:pt x="53276" y="14033"/>
                  </a:lnTo>
                  <a:lnTo>
                    <a:pt x="92609" y="876"/>
                  </a:lnTo>
                  <a:lnTo>
                    <a:pt x="106552" y="0"/>
                  </a:lnTo>
                  <a:lnTo>
                    <a:pt x="1972437" y="0"/>
                  </a:lnTo>
                  <a:lnTo>
                    <a:pt x="2013190" y="8202"/>
                  </a:lnTo>
                  <a:lnTo>
                    <a:pt x="2047901" y="31272"/>
                  </a:lnTo>
                  <a:lnTo>
                    <a:pt x="2071099" y="65805"/>
                  </a:lnTo>
                  <a:lnTo>
                    <a:pt x="2079002" y="106552"/>
                  </a:lnTo>
                  <a:lnTo>
                    <a:pt x="2079358" y="533158"/>
                  </a:lnTo>
                  <a:lnTo>
                    <a:pt x="2078424" y="547101"/>
                  </a:lnTo>
                  <a:lnTo>
                    <a:pt x="2075667" y="560739"/>
                  </a:lnTo>
                  <a:lnTo>
                    <a:pt x="2057210" y="598087"/>
                  </a:lnTo>
                  <a:lnTo>
                    <a:pt x="2026081" y="625678"/>
                  </a:lnTo>
                  <a:lnTo>
                    <a:pt x="1986737" y="638835"/>
                  </a:lnTo>
                  <a:lnTo>
                    <a:pt x="106552" y="640080"/>
                  </a:lnTo>
                  <a:lnTo>
                    <a:pt x="65805" y="631877"/>
                  </a:lnTo>
                  <a:lnTo>
                    <a:pt x="31088" y="608801"/>
                  </a:lnTo>
                  <a:lnTo>
                    <a:pt x="789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7757541" y="3122180"/>
            <a:ext cx="10693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95" dirty="0">
                <a:solidFill>
                  <a:srgbClr val="122A49"/>
                </a:solidFill>
                <a:latin typeface="Arial Black"/>
                <a:cs typeface="Arial Black"/>
              </a:rPr>
              <a:t>Review</a:t>
            </a:r>
            <a:r>
              <a:rPr sz="1100" spc="-5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40" dirty="0">
                <a:solidFill>
                  <a:srgbClr val="122A49"/>
                </a:solidFill>
                <a:latin typeface="Arial Black"/>
                <a:cs typeface="Arial Black"/>
              </a:rPr>
              <a:t>reports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356305" y="30505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9397085" y="2858389"/>
            <a:ext cx="2169160" cy="729615"/>
            <a:chOff x="9397085" y="2858389"/>
            <a:chExt cx="2169160" cy="729615"/>
          </a:xfrm>
        </p:grpSpPr>
        <p:pic>
          <p:nvPicPr>
            <p:cNvPr id="63" name="object 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7085" y="2858389"/>
              <a:ext cx="2168639" cy="729005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9441725" y="28800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79">
                  <a:moveTo>
                    <a:pt x="1972437" y="0"/>
                  </a:moveTo>
                  <a:lnTo>
                    <a:pt x="106552" y="0"/>
                  </a:lnTo>
                  <a:lnTo>
                    <a:pt x="91692" y="934"/>
                  </a:lnTo>
                  <a:lnTo>
                    <a:pt x="92309" y="934"/>
                  </a:lnTo>
                  <a:lnTo>
                    <a:pt x="78967" y="3506"/>
                  </a:lnTo>
                  <a:lnTo>
                    <a:pt x="41680" y="21835"/>
                  </a:lnTo>
                  <a:lnTo>
                    <a:pt x="14389" y="53276"/>
                  </a:lnTo>
                  <a:lnTo>
                    <a:pt x="932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4" y="547101"/>
                  </a:lnTo>
                  <a:lnTo>
                    <a:pt x="876" y="547459"/>
                  </a:lnTo>
                  <a:lnTo>
                    <a:pt x="14033" y="586790"/>
                  </a:lnTo>
                  <a:lnTo>
                    <a:pt x="41624" y="617932"/>
                  </a:lnTo>
                  <a:lnTo>
                    <a:pt x="78967" y="636389"/>
                  </a:lnTo>
                  <a:lnTo>
                    <a:pt x="106552" y="640080"/>
                  </a:lnTo>
                  <a:lnTo>
                    <a:pt x="1972792" y="639711"/>
                  </a:lnTo>
                  <a:lnTo>
                    <a:pt x="2013373" y="631877"/>
                  </a:lnTo>
                  <a:lnTo>
                    <a:pt x="2048079" y="608623"/>
                  </a:lnTo>
                  <a:lnTo>
                    <a:pt x="2071155" y="573906"/>
                  </a:lnTo>
                  <a:lnTo>
                    <a:pt x="2075543" y="561100"/>
                  </a:lnTo>
                  <a:lnTo>
                    <a:pt x="2075667" y="560739"/>
                  </a:lnTo>
                  <a:lnTo>
                    <a:pt x="2078352" y="547459"/>
                  </a:lnTo>
                  <a:lnTo>
                    <a:pt x="2078424" y="547101"/>
                  </a:lnTo>
                  <a:lnTo>
                    <a:pt x="2079334" y="533514"/>
                  </a:lnTo>
                  <a:lnTo>
                    <a:pt x="2079358" y="533158"/>
                  </a:lnTo>
                  <a:lnTo>
                    <a:pt x="2078990" y="106552"/>
                  </a:lnTo>
                  <a:lnTo>
                    <a:pt x="2071097" y="65805"/>
                  </a:lnTo>
                  <a:lnTo>
                    <a:pt x="2047901" y="31272"/>
                  </a:lnTo>
                  <a:lnTo>
                    <a:pt x="2013184" y="8202"/>
                  </a:lnTo>
                  <a:lnTo>
                    <a:pt x="1986380" y="934"/>
                  </a:lnTo>
                  <a:lnTo>
                    <a:pt x="19724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441725" y="2880004"/>
              <a:ext cx="2079625" cy="640080"/>
            </a:xfrm>
            <a:custGeom>
              <a:avLst/>
              <a:gdLst/>
              <a:ahLst/>
              <a:cxnLst/>
              <a:rect l="l" t="t" r="r" b="b"/>
              <a:pathLst>
                <a:path w="2079625" h="640079">
                  <a:moveTo>
                    <a:pt x="0" y="106552"/>
                  </a:moveTo>
                  <a:lnTo>
                    <a:pt x="932" y="92609"/>
                  </a:lnTo>
                  <a:lnTo>
                    <a:pt x="3684" y="78971"/>
                  </a:lnTo>
                  <a:lnTo>
                    <a:pt x="22135" y="41624"/>
                  </a:lnTo>
                  <a:lnTo>
                    <a:pt x="53276" y="14033"/>
                  </a:lnTo>
                  <a:lnTo>
                    <a:pt x="92608" y="876"/>
                  </a:lnTo>
                  <a:lnTo>
                    <a:pt x="106552" y="0"/>
                  </a:lnTo>
                  <a:lnTo>
                    <a:pt x="1972437" y="0"/>
                  </a:lnTo>
                  <a:lnTo>
                    <a:pt x="2013184" y="8202"/>
                  </a:lnTo>
                  <a:lnTo>
                    <a:pt x="2047901" y="31272"/>
                  </a:lnTo>
                  <a:lnTo>
                    <a:pt x="2071097" y="65805"/>
                  </a:lnTo>
                  <a:lnTo>
                    <a:pt x="2078990" y="106552"/>
                  </a:lnTo>
                  <a:lnTo>
                    <a:pt x="2079358" y="533158"/>
                  </a:lnTo>
                  <a:lnTo>
                    <a:pt x="2078424" y="547101"/>
                  </a:lnTo>
                  <a:lnTo>
                    <a:pt x="2075667" y="560739"/>
                  </a:lnTo>
                  <a:lnTo>
                    <a:pt x="2057210" y="598087"/>
                  </a:lnTo>
                  <a:lnTo>
                    <a:pt x="2026069" y="625678"/>
                  </a:lnTo>
                  <a:lnTo>
                    <a:pt x="1986737" y="638835"/>
                  </a:lnTo>
                  <a:lnTo>
                    <a:pt x="106552" y="640080"/>
                  </a:lnTo>
                  <a:lnTo>
                    <a:pt x="65799" y="631877"/>
                  </a:lnTo>
                  <a:lnTo>
                    <a:pt x="31088" y="608801"/>
                  </a:lnTo>
                  <a:lnTo>
                    <a:pt x="789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9907460" y="3122180"/>
            <a:ext cx="11468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75" dirty="0">
                <a:solidFill>
                  <a:srgbClr val="122A49"/>
                </a:solidFill>
                <a:latin typeface="Arial Black"/>
                <a:cs typeface="Arial Black"/>
              </a:rPr>
              <a:t>Clinical</a:t>
            </a:r>
            <a:r>
              <a:rPr sz="1100" spc="-3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65" dirty="0">
                <a:solidFill>
                  <a:srgbClr val="122A49"/>
                </a:solidFill>
                <a:latin typeface="Arial Black"/>
                <a:cs typeface="Arial Black"/>
              </a:rPr>
              <a:t>decision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91540" y="3946575"/>
            <a:ext cx="953769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85" dirty="0">
                <a:solidFill>
                  <a:srgbClr val="DB8B35"/>
                </a:solidFill>
                <a:latin typeface="Arial Black"/>
                <a:cs typeface="Arial Black"/>
              </a:rPr>
              <a:t>CARETAKER</a:t>
            </a:r>
            <a:endParaRPr sz="1300">
              <a:latin typeface="Arial Black"/>
              <a:cs typeface="Arial Black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640803" y="4229989"/>
            <a:ext cx="2675255" cy="729615"/>
            <a:chOff x="640803" y="4229989"/>
            <a:chExt cx="2675255" cy="729615"/>
          </a:xfrm>
        </p:grpSpPr>
        <p:pic>
          <p:nvPicPr>
            <p:cNvPr id="69" name="object 6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803" y="4229989"/>
              <a:ext cx="2674797" cy="729005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685444" y="4251604"/>
              <a:ext cx="2585720" cy="640080"/>
            </a:xfrm>
            <a:custGeom>
              <a:avLst/>
              <a:gdLst/>
              <a:ahLst/>
              <a:cxnLst/>
              <a:rect l="l" t="t" r="r" b="b"/>
              <a:pathLst>
                <a:path w="2585720" h="640079">
                  <a:moveTo>
                    <a:pt x="2478595" y="0"/>
                  </a:moveTo>
                  <a:lnTo>
                    <a:pt x="106553" y="0"/>
                  </a:lnTo>
                  <a:lnTo>
                    <a:pt x="91694" y="934"/>
                  </a:lnTo>
                  <a:lnTo>
                    <a:pt x="92311" y="934"/>
                  </a:lnTo>
                  <a:lnTo>
                    <a:pt x="78971" y="3506"/>
                  </a:lnTo>
                  <a:lnTo>
                    <a:pt x="41681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3"/>
                  </a:lnTo>
                  <a:lnTo>
                    <a:pt x="0" y="533514"/>
                  </a:lnTo>
                  <a:lnTo>
                    <a:pt x="7771" y="573906"/>
                  </a:lnTo>
                  <a:lnTo>
                    <a:pt x="31088" y="608801"/>
                  </a:lnTo>
                  <a:lnTo>
                    <a:pt x="65805" y="631877"/>
                  </a:lnTo>
                  <a:lnTo>
                    <a:pt x="106553" y="640080"/>
                  </a:lnTo>
                  <a:lnTo>
                    <a:pt x="2478951" y="639711"/>
                  </a:lnTo>
                  <a:lnTo>
                    <a:pt x="2519536" y="631877"/>
                  </a:lnTo>
                  <a:lnTo>
                    <a:pt x="2554239" y="608623"/>
                  </a:lnTo>
                  <a:lnTo>
                    <a:pt x="2577313" y="573906"/>
                  </a:lnTo>
                  <a:lnTo>
                    <a:pt x="2585492" y="533514"/>
                  </a:lnTo>
                  <a:lnTo>
                    <a:pt x="2585516" y="533158"/>
                  </a:lnTo>
                  <a:lnTo>
                    <a:pt x="2585161" y="106553"/>
                  </a:lnTo>
                  <a:lnTo>
                    <a:pt x="2577258" y="65805"/>
                  </a:lnTo>
                  <a:lnTo>
                    <a:pt x="2554060" y="31272"/>
                  </a:lnTo>
                  <a:lnTo>
                    <a:pt x="2519348" y="8202"/>
                  </a:lnTo>
                  <a:lnTo>
                    <a:pt x="2492540" y="934"/>
                  </a:lnTo>
                  <a:lnTo>
                    <a:pt x="24785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85444" y="4251604"/>
              <a:ext cx="2585720" cy="640080"/>
            </a:xfrm>
            <a:custGeom>
              <a:avLst/>
              <a:gdLst/>
              <a:ahLst/>
              <a:cxnLst/>
              <a:rect l="l" t="t" r="r" b="b"/>
              <a:pathLst>
                <a:path w="2585720" h="640079">
                  <a:moveTo>
                    <a:pt x="0" y="106553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5" y="41624"/>
                  </a:lnTo>
                  <a:lnTo>
                    <a:pt x="53276" y="14033"/>
                  </a:lnTo>
                  <a:lnTo>
                    <a:pt x="92609" y="876"/>
                  </a:lnTo>
                  <a:lnTo>
                    <a:pt x="106553" y="0"/>
                  </a:lnTo>
                  <a:lnTo>
                    <a:pt x="2478595" y="0"/>
                  </a:lnTo>
                  <a:lnTo>
                    <a:pt x="2519348" y="8202"/>
                  </a:lnTo>
                  <a:lnTo>
                    <a:pt x="2554060" y="31272"/>
                  </a:lnTo>
                  <a:lnTo>
                    <a:pt x="2577258" y="65805"/>
                  </a:lnTo>
                  <a:lnTo>
                    <a:pt x="2585161" y="106553"/>
                  </a:lnTo>
                  <a:lnTo>
                    <a:pt x="2585516" y="533158"/>
                  </a:lnTo>
                  <a:lnTo>
                    <a:pt x="2584582" y="547101"/>
                  </a:lnTo>
                  <a:lnTo>
                    <a:pt x="2581825" y="560739"/>
                  </a:lnTo>
                  <a:lnTo>
                    <a:pt x="2563369" y="598087"/>
                  </a:lnTo>
                  <a:lnTo>
                    <a:pt x="2532240" y="625678"/>
                  </a:lnTo>
                  <a:lnTo>
                    <a:pt x="2492896" y="638835"/>
                  </a:lnTo>
                  <a:lnTo>
                    <a:pt x="106553" y="640080"/>
                  </a:lnTo>
                  <a:lnTo>
                    <a:pt x="65805" y="631877"/>
                  </a:lnTo>
                  <a:lnTo>
                    <a:pt x="31088" y="608801"/>
                  </a:lnTo>
                  <a:lnTo>
                    <a:pt x="7892" y="574267"/>
                  </a:lnTo>
                  <a:lnTo>
                    <a:pt x="0" y="533514"/>
                  </a:lnTo>
                  <a:lnTo>
                    <a:pt x="0" y="106553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1274660" y="4493780"/>
            <a:ext cx="14065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80" dirty="0">
                <a:solidFill>
                  <a:srgbClr val="122A49"/>
                </a:solidFill>
                <a:latin typeface="Arial Black"/>
                <a:cs typeface="Arial Black"/>
              </a:rPr>
              <a:t>Assigned</a:t>
            </a:r>
            <a:r>
              <a:rPr sz="1100" spc="-5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65" dirty="0">
                <a:solidFill>
                  <a:srgbClr val="122A49"/>
                </a:solidFill>
                <a:latin typeface="Arial Black"/>
                <a:cs typeface="Arial Black"/>
              </a:rPr>
              <a:t>by</a:t>
            </a:r>
            <a:r>
              <a:rPr sz="1100" spc="-5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30" dirty="0">
                <a:solidFill>
                  <a:srgbClr val="122A49"/>
                </a:solidFill>
                <a:latin typeface="Arial Black"/>
                <a:cs typeface="Arial Black"/>
              </a:rPr>
              <a:t>patient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331705" y="44221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3390836" y="4229989"/>
            <a:ext cx="2675255" cy="729615"/>
            <a:chOff x="3390836" y="4229989"/>
            <a:chExt cx="2675255" cy="729615"/>
          </a:xfrm>
        </p:grpSpPr>
        <p:pic>
          <p:nvPicPr>
            <p:cNvPr id="75" name="object 7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90836" y="4229989"/>
              <a:ext cx="2674797" cy="729005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3435476" y="4251604"/>
              <a:ext cx="2585720" cy="640080"/>
            </a:xfrm>
            <a:custGeom>
              <a:avLst/>
              <a:gdLst/>
              <a:ahLst/>
              <a:cxnLst/>
              <a:rect l="l" t="t" r="r" b="b"/>
              <a:pathLst>
                <a:path w="2585720" h="640079">
                  <a:moveTo>
                    <a:pt x="2478608" y="0"/>
                  </a:moveTo>
                  <a:lnTo>
                    <a:pt x="106565" y="0"/>
                  </a:lnTo>
                  <a:lnTo>
                    <a:pt x="91705" y="934"/>
                  </a:lnTo>
                  <a:lnTo>
                    <a:pt x="92322" y="934"/>
                  </a:lnTo>
                  <a:lnTo>
                    <a:pt x="78979" y="3506"/>
                  </a:lnTo>
                  <a:lnTo>
                    <a:pt x="41692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3"/>
                  </a:lnTo>
                  <a:lnTo>
                    <a:pt x="0" y="533514"/>
                  </a:lnTo>
                  <a:lnTo>
                    <a:pt x="855" y="547101"/>
                  </a:lnTo>
                  <a:lnTo>
                    <a:pt x="878" y="547459"/>
                  </a:lnTo>
                  <a:lnTo>
                    <a:pt x="3443" y="560739"/>
                  </a:lnTo>
                  <a:lnTo>
                    <a:pt x="3513" y="561100"/>
                  </a:lnTo>
                  <a:lnTo>
                    <a:pt x="7782" y="573906"/>
                  </a:lnTo>
                  <a:lnTo>
                    <a:pt x="7902" y="574267"/>
                  </a:lnTo>
                  <a:lnTo>
                    <a:pt x="31100" y="608801"/>
                  </a:lnTo>
                  <a:lnTo>
                    <a:pt x="65812" y="631877"/>
                  </a:lnTo>
                  <a:lnTo>
                    <a:pt x="106565" y="640080"/>
                  </a:lnTo>
                  <a:lnTo>
                    <a:pt x="2478963" y="639711"/>
                  </a:lnTo>
                  <a:lnTo>
                    <a:pt x="2519544" y="631877"/>
                  </a:lnTo>
                  <a:lnTo>
                    <a:pt x="2554250" y="608623"/>
                  </a:lnTo>
                  <a:lnTo>
                    <a:pt x="2577324" y="573906"/>
                  </a:lnTo>
                  <a:lnTo>
                    <a:pt x="2581708" y="561100"/>
                  </a:lnTo>
                  <a:lnTo>
                    <a:pt x="2581832" y="560739"/>
                  </a:lnTo>
                  <a:lnTo>
                    <a:pt x="2584512" y="547459"/>
                  </a:lnTo>
                  <a:lnTo>
                    <a:pt x="2584584" y="547101"/>
                  </a:lnTo>
                  <a:lnTo>
                    <a:pt x="2585493" y="533514"/>
                  </a:lnTo>
                  <a:lnTo>
                    <a:pt x="2585161" y="106553"/>
                  </a:lnTo>
                  <a:lnTo>
                    <a:pt x="2577269" y="65805"/>
                  </a:lnTo>
                  <a:lnTo>
                    <a:pt x="2554068" y="31272"/>
                  </a:lnTo>
                  <a:lnTo>
                    <a:pt x="2519356" y="8202"/>
                  </a:lnTo>
                  <a:lnTo>
                    <a:pt x="2492551" y="934"/>
                  </a:lnTo>
                  <a:lnTo>
                    <a:pt x="2478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435476" y="4251604"/>
              <a:ext cx="2585720" cy="640080"/>
            </a:xfrm>
            <a:custGeom>
              <a:avLst/>
              <a:gdLst/>
              <a:ahLst/>
              <a:cxnLst/>
              <a:rect l="l" t="t" r="r" b="b"/>
              <a:pathLst>
                <a:path w="2585720" h="640079">
                  <a:moveTo>
                    <a:pt x="0" y="106553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7" y="41624"/>
                  </a:lnTo>
                  <a:lnTo>
                    <a:pt x="53289" y="14033"/>
                  </a:lnTo>
                  <a:lnTo>
                    <a:pt x="92620" y="876"/>
                  </a:lnTo>
                  <a:lnTo>
                    <a:pt x="106565" y="0"/>
                  </a:lnTo>
                  <a:lnTo>
                    <a:pt x="2478608" y="0"/>
                  </a:lnTo>
                  <a:lnTo>
                    <a:pt x="2519356" y="8202"/>
                  </a:lnTo>
                  <a:lnTo>
                    <a:pt x="2554068" y="31272"/>
                  </a:lnTo>
                  <a:lnTo>
                    <a:pt x="2577269" y="65805"/>
                  </a:lnTo>
                  <a:lnTo>
                    <a:pt x="2585161" y="106553"/>
                  </a:lnTo>
                  <a:lnTo>
                    <a:pt x="2585516" y="533158"/>
                  </a:lnTo>
                  <a:lnTo>
                    <a:pt x="2584584" y="547101"/>
                  </a:lnTo>
                  <a:lnTo>
                    <a:pt x="2581832" y="560739"/>
                  </a:lnTo>
                  <a:lnTo>
                    <a:pt x="2563381" y="598087"/>
                  </a:lnTo>
                  <a:lnTo>
                    <a:pt x="2532240" y="625678"/>
                  </a:lnTo>
                  <a:lnTo>
                    <a:pt x="2492908" y="638835"/>
                  </a:lnTo>
                  <a:lnTo>
                    <a:pt x="106565" y="640080"/>
                  </a:lnTo>
                  <a:lnTo>
                    <a:pt x="65812" y="631877"/>
                  </a:lnTo>
                  <a:lnTo>
                    <a:pt x="31100" y="608801"/>
                  </a:lnTo>
                  <a:lnTo>
                    <a:pt x="7902" y="574267"/>
                  </a:lnTo>
                  <a:lnTo>
                    <a:pt x="0" y="533514"/>
                  </a:lnTo>
                  <a:lnTo>
                    <a:pt x="0" y="106553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4480102" y="4493780"/>
            <a:ext cx="4965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80" dirty="0">
                <a:solidFill>
                  <a:srgbClr val="122A49"/>
                </a:solidFill>
                <a:latin typeface="Arial Black"/>
                <a:cs typeface="Arial Black"/>
              </a:rPr>
              <a:t>Sign</a:t>
            </a:r>
            <a:r>
              <a:rPr sz="1100" spc="-5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25" dirty="0">
                <a:solidFill>
                  <a:srgbClr val="122A49"/>
                </a:solidFill>
                <a:latin typeface="Arial Black"/>
                <a:cs typeface="Arial Black"/>
              </a:rPr>
              <a:t>in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081738" y="44221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6140881" y="4229989"/>
            <a:ext cx="2675255" cy="729615"/>
            <a:chOff x="6140881" y="4229989"/>
            <a:chExt cx="2675255" cy="729615"/>
          </a:xfrm>
        </p:grpSpPr>
        <p:pic>
          <p:nvPicPr>
            <p:cNvPr id="81" name="object 8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40881" y="4229989"/>
              <a:ext cx="2674797" cy="729005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6185522" y="4251604"/>
              <a:ext cx="2585720" cy="640080"/>
            </a:xfrm>
            <a:custGeom>
              <a:avLst/>
              <a:gdLst/>
              <a:ahLst/>
              <a:cxnLst/>
              <a:rect l="l" t="t" r="r" b="b"/>
              <a:pathLst>
                <a:path w="2585720" h="640079">
                  <a:moveTo>
                    <a:pt x="2478595" y="0"/>
                  </a:moveTo>
                  <a:lnTo>
                    <a:pt x="106553" y="0"/>
                  </a:lnTo>
                  <a:lnTo>
                    <a:pt x="91694" y="934"/>
                  </a:lnTo>
                  <a:lnTo>
                    <a:pt x="92311" y="934"/>
                  </a:lnTo>
                  <a:lnTo>
                    <a:pt x="78971" y="3506"/>
                  </a:lnTo>
                  <a:lnTo>
                    <a:pt x="41687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3"/>
                  </a:lnTo>
                  <a:lnTo>
                    <a:pt x="0" y="533514"/>
                  </a:lnTo>
                  <a:lnTo>
                    <a:pt x="854" y="547101"/>
                  </a:lnTo>
                  <a:lnTo>
                    <a:pt x="876" y="547459"/>
                  </a:lnTo>
                  <a:lnTo>
                    <a:pt x="3437" y="560739"/>
                  </a:lnTo>
                  <a:lnTo>
                    <a:pt x="3506" y="561100"/>
                  </a:lnTo>
                  <a:lnTo>
                    <a:pt x="7771" y="573906"/>
                  </a:lnTo>
                  <a:lnTo>
                    <a:pt x="7892" y="574267"/>
                  </a:lnTo>
                  <a:lnTo>
                    <a:pt x="31092" y="608801"/>
                  </a:lnTo>
                  <a:lnTo>
                    <a:pt x="65805" y="631877"/>
                  </a:lnTo>
                  <a:lnTo>
                    <a:pt x="106553" y="640080"/>
                  </a:lnTo>
                  <a:lnTo>
                    <a:pt x="2478963" y="639711"/>
                  </a:lnTo>
                  <a:lnTo>
                    <a:pt x="2519538" y="631877"/>
                  </a:lnTo>
                  <a:lnTo>
                    <a:pt x="2554239" y="608623"/>
                  </a:lnTo>
                  <a:lnTo>
                    <a:pt x="2577313" y="573906"/>
                  </a:lnTo>
                  <a:lnTo>
                    <a:pt x="2581702" y="561100"/>
                  </a:lnTo>
                  <a:lnTo>
                    <a:pt x="2581825" y="560739"/>
                  </a:lnTo>
                  <a:lnTo>
                    <a:pt x="2584510" y="547459"/>
                  </a:lnTo>
                  <a:lnTo>
                    <a:pt x="2584582" y="547101"/>
                  </a:lnTo>
                  <a:lnTo>
                    <a:pt x="2585492" y="533514"/>
                  </a:lnTo>
                  <a:lnTo>
                    <a:pt x="2585516" y="533158"/>
                  </a:lnTo>
                  <a:lnTo>
                    <a:pt x="2585161" y="106553"/>
                  </a:lnTo>
                  <a:lnTo>
                    <a:pt x="2577258" y="65805"/>
                  </a:lnTo>
                  <a:lnTo>
                    <a:pt x="2554060" y="31272"/>
                  </a:lnTo>
                  <a:lnTo>
                    <a:pt x="2519348" y="8202"/>
                  </a:lnTo>
                  <a:lnTo>
                    <a:pt x="2492540" y="934"/>
                  </a:lnTo>
                  <a:lnTo>
                    <a:pt x="24785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185522" y="4251604"/>
              <a:ext cx="2585720" cy="640080"/>
            </a:xfrm>
            <a:custGeom>
              <a:avLst/>
              <a:gdLst/>
              <a:ahLst/>
              <a:cxnLst/>
              <a:rect l="l" t="t" r="r" b="b"/>
              <a:pathLst>
                <a:path w="2585720" h="640079">
                  <a:moveTo>
                    <a:pt x="0" y="106553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7" y="41624"/>
                  </a:lnTo>
                  <a:lnTo>
                    <a:pt x="53276" y="14033"/>
                  </a:lnTo>
                  <a:lnTo>
                    <a:pt x="92609" y="876"/>
                  </a:lnTo>
                  <a:lnTo>
                    <a:pt x="106553" y="0"/>
                  </a:lnTo>
                  <a:lnTo>
                    <a:pt x="2478595" y="0"/>
                  </a:lnTo>
                  <a:lnTo>
                    <a:pt x="2519348" y="8202"/>
                  </a:lnTo>
                  <a:lnTo>
                    <a:pt x="2554060" y="31272"/>
                  </a:lnTo>
                  <a:lnTo>
                    <a:pt x="2577258" y="65805"/>
                  </a:lnTo>
                  <a:lnTo>
                    <a:pt x="2585161" y="106553"/>
                  </a:lnTo>
                  <a:lnTo>
                    <a:pt x="2585516" y="533158"/>
                  </a:lnTo>
                  <a:lnTo>
                    <a:pt x="2584582" y="547101"/>
                  </a:lnTo>
                  <a:lnTo>
                    <a:pt x="2581825" y="560739"/>
                  </a:lnTo>
                  <a:lnTo>
                    <a:pt x="2563369" y="598087"/>
                  </a:lnTo>
                  <a:lnTo>
                    <a:pt x="2532240" y="625678"/>
                  </a:lnTo>
                  <a:lnTo>
                    <a:pt x="2492906" y="638835"/>
                  </a:lnTo>
                  <a:lnTo>
                    <a:pt x="106553" y="640080"/>
                  </a:lnTo>
                  <a:lnTo>
                    <a:pt x="65805" y="631877"/>
                  </a:lnTo>
                  <a:lnTo>
                    <a:pt x="31092" y="608801"/>
                  </a:lnTo>
                  <a:lnTo>
                    <a:pt x="7892" y="574267"/>
                  </a:lnTo>
                  <a:lnTo>
                    <a:pt x="0" y="533514"/>
                  </a:lnTo>
                  <a:lnTo>
                    <a:pt x="0" y="106553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6831621" y="4493780"/>
            <a:ext cx="12928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60" dirty="0">
                <a:solidFill>
                  <a:srgbClr val="122A49"/>
                </a:solidFill>
                <a:latin typeface="Arial Black"/>
                <a:cs typeface="Arial Black"/>
              </a:rPr>
              <a:t>Verify</a:t>
            </a:r>
            <a:r>
              <a:rPr sz="1100" spc="-4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55" dirty="0">
                <a:solidFill>
                  <a:srgbClr val="122A49"/>
                </a:solidFill>
                <a:latin typeface="Arial Black"/>
                <a:cs typeface="Arial Black"/>
              </a:rPr>
              <a:t>assignment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831783" y="44221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8890914" y="4229989"/>
            <a:ext cx="2675255" cy="729615"/>
            <a:chOff x="8890914" y="4229989"/>
            <a:chExt cx="2675255" cy="729615"/>
          </a:xfrm>
        </p:grpSpPr>
        <p:pic>
          <p:nvPicPr>
            <p:cNvPr id="87" name="object 8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90914" y="4229989"/>
              <a:ext cx="2674797" cy="729005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8935555" y="4251604"/>
              <a:ext cx="2585720" cy="640080"/>
            </a:xfrm>
            <a:custGeom>
              <a:avLst/>
              <a:gdLst/>
              <a:ahLst/>
              <a:cxnLst/>
              <a:rect l="l" t="t" r="r" b="b"/>
              <a:pathLst>
                <a:path w="2585720" h="640079">
                  <a:moveTo>
                    <a:pt x="2478608" y="0"/>
                  </a:moveTo>
                  <a:lnTo>
                    <a:pt x="106565" y="0"/>
                  </a:lnTo>
                  <a:lnTo>
                    <a:pt x="91705" y="934"/>
                  </a:lnTo>
                  <a:lnTo>
                    <a:pt x="92322" y="934"/>
                  </a:lnTo>
                  <a:lnTo>
                    <a:pt x="78979" y="3506"/>
                  </a:lnTo>
                  <a:lnTo>
                    <a:pt x="41692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3"/>
                  </a:lnTo>
                  <a:lnTo>
                    <a:pt x="0" y="533514"/>
                  </a:lnTo>
                  <a:lnTo>
                    <a:pt x="855" y="547101"/>
                  </a:lnTo>
                  <a:lnTo>
                    <a:pt x="878" y="547459"/>
                  </a:lnTo>
                  <a:lnTo>
                    <a:pt x="14046" y="586790"/>
                  </a:lnTo>
                  <a:lnTo>
                    <a:pt x="41637" y="617932"/>
                  </a:lnTo>
                  <a:lnTo>
                    <a:pt x="78979" y="636389"/>
                  </a:lnTo>
                  <a:lnTo>
                    <a:pt x="106565" y="640080"/>
                  </a:lnTo>
                  <a:lnTo>
                    <a:pt x="2478963" y="639711"/>
                  </a:lnTo>
                  <a:lnTo>
                    <a:pt x="2519544" y="631877"/>
                  </a:lnTo>
                  <a:lnTo>
                    <a:pt x="2554250" y="608623"/>
                  </a:lnTo>
                  <a:lnTo>
                    <a:pt x="2577326" y="573906"/>
                  </a:lnTo>
                  <a:lnTo>
                    <a:pt x="2581715" y="561100"/>
                  </a:lnTo>
                  <a:lnTo>
                    <a:pt x="2581838" y="560739"/>
                  </a:lnTo>
                  <a:lnTo>
                    <a:pt x="2584523" y="547459"/>
                  </a:lnTo>
                  <a:lnTo>
                    <a:pt x="2584595" y="547101"/>
                  </a:lnTo>
                  <a:lnTo>
                    <a:pt x="2585505" y="533514"/>
                  </a:lnTo>
                  <a:lnTo>
                    <a:pt x="2585529" y="533158"/>
                  </a:lnTo>
                  <a:lnTo>
                    <a:pt x="2585161" y="106553"/>
                  </a:lnTo>
                  <a:lnTo>
                    <a:pt x="2577269" y="65805"/>
                  </a:lnTo>
                  <a:lnTo>
                    <a:pt x="2554073" y="31272"/>
                  </a:lnTo>
                  <a:lnTo>
                    <a:pt x="2519356" y="8202"/>
                  </a:lnTo>
                  <a:lnTo>
                    <a:pt x="2492551" y="934"/>
                  </a:lnTo>
                  <a:lnTo>
                    <a:pt x="2478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935555" y="4251604"/>
              <a:ext cx="2585720" cy="640080"/>
            </a:xfrm>
            <a:custGeom>
              <a:avLst/>
              <a:gdLst/>
              <a:ahLst/>
              <a:cxnLst/>
              <a:rect l="l" t="t" r="r" b="b"/>
              <a:pathLst>
                <a:path w="2585720" h="640079">
                  <a:moveTo>
                    <a:pt x="0" y="106553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7" y="41624"/>
                  </a:lnTo>
                  <a:lnTo>
                    <a:pt x="53289" y="14033"/>
                  </a:lnTo>
                  <a:lnTo>
                    <a:pt x="92620" y="876"/>
                  </a:lnTo>
                  <a:lnTo>
                    <a:pt x="106565" y="0"/>
                  </a:lnTo>
                  <a:lnTo>
                    <a:pt x="2478608" y="0"/>
                  </a:lnTo>
                  <a:lnTo>
                    <a:pt x="2519356" y="8202"/>
                  </a:lnTo>
                  <a:lnTo>
                    <a:pt x="2554073" y="31272"/>
                  </a:lnTo>
                  <a:lnTo>
                    <a:pt x="2577269" y="65805"/>
                  </a:lnTo>
                  <a:lnTo>
                    <a:pt x="2585161" y="106553"/>
                  </a:lnTo>
                  <a:lnTo>
                    <a:pt x="2585529" y="533158"/>
                  </a:lnTo>
                  <a:lnTo>
                    <a:pt x="2584595" y="547101"/>
                  </a:lnTo>
                  <a:lnTo>
                    <a:pt x="2581838" y="560739"/>
                  </a:lnTo>
                  <a:lnTo>
                    <a:pt x="2563381" y="598087"/>
                  </a:lnTo>
                  <a:lnTo>
                    <a:pt x="2532240" y="625678"/>
                  </a:lnTo>
                  <a:lnTo>
                    <a:pt x="2492908" y="638835"/>
                  </a:lnTo>
                  <a:lnTo>
                    <a:pt x="106565" y="640080"/>
                  </a:lnTo>
                  <a:lnTo>
                    <a:pt x="65812" y="631877"/>
                  </a:lnTo>
                  <a:lnTo>
                    <a:pt x="31100" y="608801"/>
                  </a:lnTo>
                  <a:lnTo>
                    <a:pt x="7902" y="574267"/>
                  </a:lnTo>
                  <a:lnTo>
                    <a:pt x="0" y="533514"/>
                  </a:lnTo>
                  <a:lnTo>
                    <a:pt x="0" y="106553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9498863" y="4493780"/>
            <a:ext cx="14585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0" dirty="0">
                <a:solidFill>
                  <a:srgbClr val="122A49"/>
                </a:solidFill>
                <a:latin typeface="Arial Black"/>
                <a:cs typeface="Arial Black"/>
              </a:rPr>
              <a:t>View</a:t>
            </a:r>
            <a:r>
              <a:rPr sz="1100" spc="-4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45" dirty="0">
                <a:solidFill>
                  <a:srgbClr val="122A49"/>
                </a:solidFill>
                <a:latin typeface="Arial Black"/>
                <a:cs typeface="Arial Black"/>
              </a:rPr>
              <a:t>permitted</a:t>
            </a:r>
            <a:r>
              <a:rPr sz="1100" spc="-3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25" dirty="0">
                <a:solidFill>
                  <a:srgbClr val="122A49"/>
                </a:solidFill>
                <a:latin typeface="Arial Black"/>
                <a:cs typeface="Arial Black"/>
              </a:rPr>
              <a:t>data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142703" y="5409260"/>
            <a:ext cx="588073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637383"/>
                </a:solidFill>
                <a:latin typeface="Noto Sans"/>
                <a:cs typeface="Noto Sans"/>
              </a:rPr>
              <a:t>Only</a:t>
            </a:r>
            <a:r>
              <a:rPr sz="1300" spc="-3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637383"/>
                </a:solidFill>
                <a:latin typeface="Noto Sans"/>
                <a:cs typeface="Noto Sans"/>
              </a:rPr>
              <a:t>include</a:t>
            </a:r>
            <a:r>
              <a:rPr sz="13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637383"/>
                </a:solidFill>
                <a:latin typeface="Noto Sans"/>
                <a:cs typeface="Noto Sans"/>
              </a:rPr>
              <a:t>each</a:t>
            </a:r>
            <a:r>
              <a:rPr sz="1300" spc="-3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637383"/>
                </a:solidFill>
                <a:latin typeface="Noto Sans"/>
                <a:cs typeface="Noto Sans"/>
              </a:rPr>
              <a:t>step</a:t>
            </a:r>
            <a:r>
              <a:rPr sz="13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637383"/>
                </a:solidFill>
                <a:latin typeface="Noto Sans"/>
                <a:cs typeface="Noto Sans"/>
              </a:rPr>
              <a:t>in</a:t>
            </a:r>
            <a:r>
              <a:rPr sz="1300" spc="-3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637383"/>
                </a:solidFill>
                <a:latin typeface="Noto Sans"/>
                <a:cs typeface="Noto Sans"/>
              </a:rPr>
              <a:t>the</a:t>
            </a:r>
            <a:r>
              <a:rPr sz="13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637383"/>
                </a:solidFill>
                <a:latin typeface="Noto Sans"/>
                <a:cs typeface="Noto Sans"/>
              </a:rPr>
              <a:t>final</a:t>
            </a:r>
            <a:r>
              <a:rPr sz="13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637383"/>
                </a:solidFill>
                <a:latin typeface="Noto Sans"/>
                <a:cs typeface="Noto Sans"/>
              </a:rPr>
              <a:t>demo</a:t>
            </a:r>
            <a:r>
              <a:rPr sz="1300" spc="-3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637383"/>
                </a:solidFill>
                <a:latin typeface="Noto Sans"/>
                <a:cs typeface="Noto Sans"/>
              </a:rPr>
              <a:t>if</a:t>
            </a:r>
            <a:r>
              <a:rPr sz="13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637383"/>
                </a:solidFill>
                <a:latin typeface="Noto Sans"/>
                <a:cs typeface="Noto Sans"/>
              </a:rPr>
              <a:t>its</a:t>
            </a:r>
            <a:r>
              <a:rPr sz="1300" spc="-3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637383"/>
                </a:solidFill>
                <a:latin typeface="Noto Sans"/>
                <a:cs typeface="Noto Sans"/>
              </a:rPr>
              <a:t>route/API/data</a:t>
            </a:r>
            <a:r>
              <a:rPr sz="13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637383"/>
                </a:solidFill>
                <a:latin typeface="Noto Sans"/>
                <a:cs typeface="Noto Sans"/>
              </a:rPr>
              <a:t>flow</a:t>
            </a:r>
            <a:r>
              <a:rPr sz="1300" spc="-3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637383"/>
                </a:solidFill>
                <a:latin typeface="Noto Sans"/>
                <a:cs typeface="Noto Sans"/>
              </a:rPr>
              <a:t>is</a:t>
            </a:r>
            <a:r>
              <a:rPr sz="13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637383"/>
                </a:solidFill>
                <a:latin typeface="Noto Sans"/>
                <a:cs typeface="Noto Sans"/>
              </a:rPr>
              <a:t>verified.</a:t>
            </a:r>
            <a:endParaRPr sz="1300">
              <a:latin typeface="Noto Sans"/>
              <a:cs typeface="Noto Sans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92" name="object 9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Hospital</a:t>
            </a:r>
            <a:r>
              <a:rPr spc="-175" dirty="0"/>
              <a:t> </a:t>
            </a:r>
            <a:r>
              <a:rPr spc="-114" dirty="0"/>
              <a:t>Administration</a:t>
            </a:r>
            <a:r>
              <a:rPr spc="-175" dirty="0"/>
              <a:t> </a:t>
            </a:r>
            <a:r>
              <a:rPr spc="-400" dirty="0"/>
              <a:t>&amp;</a:t>
            </a:r>
            <a:r>
              <a:rPr spc="-175" dirty="0"/>
              <a:t> </a:t>
            </a:r>
            <a:r>
              <a:rPr spc="-95" dirty="0"/>
              <a:t>Nursing</a:t>
            </a:r>
            <a:r>
              <a:rPr spc="-175" dirty="0"/>
              <a:t> </a:t>
            </a:r>
            <a:r>
              <a:rPr spc="-95" dirty="0"/>
              <a:t>Operations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5635" y="819353"/>
            <a:ext cx="747395" cy="139065"/>
            <a:chOff x="485635" y="819353"/>
            <a:chExt cx="747395" cy="139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635" y="819353"/>
              <a:ext cx="747356" cy="138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658088" y="0"/>
                  </a:moveTo>
                  <a:lnTo>
                    <a:pt x="0" y="0"/>
                  </a:lnTo>
                  <a:lnTo>
                    <a:pt x="0" y="50037"/>
                  </a:lnTo>
                  <a:lnTo>
                    <a:pt x="329044" y="50037"/>
                  </a:lnTo>
                  <a:lnTo>
                    <a:pt x="658088" y="50037"/>
                  </a:lnTo>
                  <a:lnTo>
                    <a:pt x="658088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329044" y="50037"/>
                  </a:moveTo>
                  <a:lnTo>
                    <a:pt x="0" y="50037"/>
                  </a:lnTo>
                  <a:lnTo>
                    <a:pt x="0" y="0"/>
                  </a:lnTo>
                  <a:lnTo>
                    <a:pt x="658088" y="0"/>
                  </a:lnTo>
                  <a:lnTo>
                    <a:pt x="658088" y="50037"/>
                  </a:lnTo>
                  <a:lnTo>
                    <a:pt x="329044" y="50037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40803" y="1212469"/>
            <a:ext cx="5301615" cy="1461135"/>
            <a:chOff x="640803" y="1212469"/>
            <a:chExt cx="5301615" cy="146113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803" y="1212469"/>
              <a:ext cx="5301361" cy="146052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5444" y="1234084"/>
              <a:ext cx="5212080" cy="1371600"/>
            </a:xfrm>
            <a:custGeom>
              <a:avLst/>
              <a:gdLst/>
              <a:ahLst/>
              <a:cxnLst/>
              <a:rect l="l" t="t" r="r" b="b"/>
              <a:pathLst>
                <a:path w="5212080" h="1371600">
                  <a:moveTo>
                    <a:pt x="4983111" y="0"/>
                  </a:moveTo>
                  <a:lnTo>
                    <a:pt x="228599" y="0"/>
                  </a:lnTo>
                  <a:lnTo>
                    <a:pt x="198766" y="1946"/>
                  </a:lnTo>
                  <a:lnTo>
                    <a:pt x="141267" y="17311"/>
                  </a:lnTo>
                  <a:lnTo>
                    <a:pt x="89466" y="47297"/>
                  </a:lnTo>
                  <a:lnTo>
                    <a:pt x="47297" y="89317"/>
                  </a:lnTo>
                  <a:lnTo>
                    <a:pt x="17311" y="141112"/>
                  </a:lnTo>
                  <a:lnTo>
                    <a:pt x="1945" y="198766"/>
                  </a:lnTo>
                  <a:lnTo>
                    <a:pt x="0" y="228600"/>
                  </a:lnTo>
                  <a:lnTo>
                    <a:pt x="0" y="1143000"/>
                  </a:lnTo>
                  <a:lnTo>
                    <a:pt x="7677" y="1201766"/>
                  </a:lnTo>
                  <a:lnTo>
                    <a:pt x="30594" y="1257109"/>
                  </a:lnTo>
                  <a:lnTo>
                    <a:pt x="66955" y="1304590"/>
                  </a:lnTo>
                  <a:lnTo>
                    <a:pt x="114109" y="1340992"/>
                  </a:lnTo>
                  <a:lnTo>
                    <a:pt x="169464" y="1363859"/>
                  </a:lnTo>
                  <a:lnTo>
                    <a:pt x="228599" y="1371600"/>
                  </a:lnTo>
                  <a:lnTo>
                    <a:pt x="4983480" y="1371231"/>
                  </a:lnTo>
                  <a:lnTo>
                    <a:pt x="5042558" y="1363492"/>
                  </a:lnTo>
                  <a:lnTo>
                    <a:pt x="5097589" y="1340637"/>
                  </a:lnTo>
                  <a:lnTo>
                    <a:pt x="5145070" y="1304274"/>
                  </a:lnTo>
                  <a:lnTo>
                    <a:pt x="5181473" y="1257109"/>
                  </a:lnTo>
                  <a:lnTo>
                    <a:pt x="5194662" y="1230319"/>
                  </a:lnTo>
                  <a:lnTo>
                    <a:pt x="5194763" y="1230114"/>
                  </a:lnTo>
                  <a:lnTo>
                    <a:pt x="5204233" y="1202078"/>
                  </a:lnTo>
                  <a:lnTo>
                    <a:pt x="5204339" y="1201766"/>
                  </a:lnTo>
                  <a:lnTo>
                    <a:pt x="5210063" y="1172825"/>
                  </a:lnTo>
                  <a:lnTo>
                    <a:pt x="5210133" y="1172470"/>
                  </a:lnTo>
                  <a:lnTo>
                    <a:pt x="5212055" y="1143000"/>
                  </a:lnTo>
                  <a:lnTo>
                    <a:pt x="5212080" y="1142631"/>
                  </a:lnTo>
                  <a:lnTo>
                    <a:pt x="5211711" y="228600"/>
                  </a:lnTo>
                  <a:lnTo>
                    <a:pt x="5203972" y="169510"/>
                  </a:lnTo>
                  <a:lnTo>
                    <a:pt x="5181117" y="114477"/>
                  </a:lnTo>
                  <a:lnTo>
                    <a:pt x="5144754" y="67002"/>
                  </a:lnTo>
                  <a:lnTo>
                    <a:pt x="5097589" y="30594"/>
                  </a:lnTo>
                  <a:lnTo>
                    <a:pt x="5042246" y="7739"/>
                  </a:lnTo>
                  <a:lnTo>
                    <a:pt x="5012950" y="1946"/>
                  </a:lnTo>
                  <a:lnTo>
                    <a:pt x="49831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444" y="1234084"/>
              <a:ext cx="5212080" cy="1371600"/>
            </a:xfrm>
            <a:custGeom>
              <a:avLst/>
              <a:gdLst/>
              <a:ahLst/>
              <a:cxnLst/>
              <a:rect l="l" t="t" r="r" b="b"/>
              <a:pathLst>
                <a:path w="5212080" h="1371600">
                  <a:moveTo>
                    <a:pt x="0" y="228600"/>
                  </a:moveTo>
                  <a:lnTo>
                    <a:pt x="1946" y="198761"/>
                  </a:lnTo>
                  <a:lnTo>
                    <a:pt x="7739" y="169464"/>
                  </a:lnTo>
                  <a:lnTo>
                    <a:pt x="30594" y="114109"/>
                  </a:lnTo>
                  <a:lnTo>
                    <a:pt x="67002" y="66955"/>
                  </a:lnTo>
                  <a:lnTo>
                    <a:pt x="114477" y="30594"/>
                  </a:lnTo>
                  <a:lnTo>
                    <a:pt x="169510" y="7739"/>
                  </a:lnTo>
                  <a:lnTo>
                    <a:pt x="228599" y="0"/>
                  </a:lnTo>
                  <a:lnTo>
                    <a:pt x="4983111" y="0"/>
                  </a:lnTo>
                  <a:lnTo>
                    <a:pt x="5042246" y="7739"/>
                  </a:lnTo>
                  <a:lnTo>
                    <a:pt x="5097589" y="30594"/>
                  </a:lnTo>
                  <a:lnTo>
                    <a:pt x="5144754" y="67002"/>
                  </a:lnTo>
                  <a:lnTo>
                    <a:pt x="5181117" y="114477"/>
                  </a:lnTo>
                  <a:lnTo>
                    <a:pt x="5203972" y="169510"/>
                  </a:lnTo>
                  <a:lnTo>
                    <a:pt x="5211711" y="228600"/>
                  </a:lnTo>
                  <a:lnTo>
                    <a:pt x="5212080" y="1142631"/>
                  </a:lnTo>
                  <a:lnTo>
                    <a:pt x="5210133" y="1172470"/>
                  </a:lnTo>
                  <a:lnTo>
                    <a:pt x="5204339" y="1201766"/>
                  </a:lnTo>
                  <a:lnTo>
                    <a:pt x="5181473" y="1257109"/>
                  </a:lnTo>
                  <a:lnTo>
                    <a:pt x="5145070" y="1304274"/>
                  </a:lnTo>
                  <a:lnTo>
                    <a:pt x="5097589" y="1340637"/>
                  </a:lnTo>
                  <a:lnTo>
                    <a:pt x="5042558" y="1363492"/>
                  </a:lnTo>
                  <a:lnTo>
                    <a:pt x="4983480" y="1371231"/>
                  </a:lnTo>
                  <a:lnTo>
                    <a:pt x="228599" y="1371600"/>
                  </a:lnTo>
                  <a:lnTo>
                    <a:pt x="169464" y="1363859"/>
                  </a:lnTo>
                  <a:lnTo>
                    <a:pt x="114109" y="1340992"/>
                  </a:lnTo>
                  <a:lnTo>
                    <a:pt x="66955" y="1304590"/>
                  </a:lnTo>
                  <a:lnTo>
                    <a:pt x="30594" y="1257109"/>
                  </a:lnTo>
                  <a:lnTo>
                    <a:pt x="7739" y="1202078"/>
                  </a:lnTo>
                  <a:lnTo>
                    <a:pt x="0" y="1143000"/>
                  </a:lnTo>
                  <a:lnTo>
                    <a:pt x="0" y="228600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803" y="1212469"/>
              <a:ext cx="152996" cy="146016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444" y="1234084"/>
              <a:ext cx="64135" cy="1371600"/>
            </a:xfrm>
            <a:custGeom>
              <a:avLst/>
              <a:gdLst/>
              <a:ahLst/>
              <a:cxnLst/>
              <a:rect l="l" t="t" r="r" b="b"/>
              <a:pathLst>
                <a:path w="64134" h="1371600">
                  <a:moveTo>
                    <a:pt x="63715" y="0"/>
                  </a:moveTo>
                  <a:lnTo>
                    <a:pt x="0" y="0"/>
                  </a:lnTo>
                  <a:lnTo>
                    <a:pt x="0" y="1371231"/>
                  </a:lnTo>
                  <a:lnTo>
                    <a:pt x="32029" y="1371231"/>
                  </a:lnTo>
                  <a:lnTo>
                    <a:pt x="63715" y="137123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5444" y="1234084"/>
              <a:ext cx="64135" cy="1371600"/>
            </a:xfrm>
            <a:custGeom>
              <a:avLst/>
              <a:gdLst/>
              <a:ahLst/>
              <a:cxnLst/>
              <a:rect l="l" t="t" r="r" b="b"/>
              <a:pathLst>
                <a:path w="64134" h="1371600">
                  <a:moveTo>
                    <a:pt x="32029" y="1371231"/>
                  </a:moveTo>
                  <a:lnTo>
                    <a:pt x="0" y="137123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371231"/>
                  </a:lnTo>
                  <a:lnTo>
                    <a:pt x="32029" y="1371231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10704" y="1404264"/>
            <a:ext cx="4663440" cy="1087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95" dirty="0">
                <a:solidFill>
                  <a:srgbClr val="122A49"/>
                </a:solidFill>
                <a:latin typeface="Arial Black"/>
                <a:cs typeface="Arial Black"/>
              </a:rPr>
              <a:t>Hospital</a:t>
            </a:r>
            <a:r>
              <a:rPr sz="1600" spc="-6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administration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400"/>
              </a:spcBef>
            </a:pP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User</a:t>
            </a:r>
            <a:r>
              <a:rPr sz="14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role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management;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doctor registration/approval;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patient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4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staff</a:t>
            </a:r>
            <a:r>
              <a:rPr sz="14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oversight</a:t>
            </a:r>
            <a:r>
              <a:rPr sz="14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where implemented.</a:t>
            </a:r>
            <a:endParaRPr sz="1400">
              <a:latin typeface="Noto Sans"/>
              <a:cs typeface="Noto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27203" y="1212469"/>
            <a:ext cx="5301615" cy="1461135"/>
            <a:chOff x="6127203" y="1212469"/>
            <a:chExt cx="5301615" cy="146113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7203" y="1212469"/>
              <a:ext cx="5301360" cy="146052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171844" y="1234084"/>
              <a:ext cx="5212080" cy="1371600"/>
            </a:xfrm>
            <a:custGeom>
              <a:avLst/>
              <a:gdLst/>
              <a:ahLst/>
              <a:cxnLst/>
              <a:rect l="l" t="t" r="r" b="b"/>
              <a:pathLst>
                <a:path w="5212080" h="1371600">
                  <a:moveTo>
                    <a:pt x="4983111" y="0"/>
                  </a:moveTo>
                  <a:lnTo>
                    <a:pt x="228600" y="0"/>
                  </a:lnTo>
                  <a:lnTo>
                    <a:pt x="198766" y="1946"/>
                  </a:lnTo>
                  <a:lnTo>
                    <a:pt x="141267" y="17311"/>
                  </a:lnTo>
                  <a:lnTo>
                    <a:pt x="89466" y="47297"/>
                  </a:lnTo>
                  <a:lnTo>
                    <a:pt x="47297" y="89317"/>
                  </a:lnTo>
                  <a:lnTo>
                    <a:pt x="17311" y="141112"/>
                  </a:lnTo>
                  <a:lnTo>
                    <a:pt x="1945" y="198766"/>
                  </a:lnTo>
                  <a:lnTo>
                    <a:pt x="0" y="228600"/>
                  </a:lnTo>
                  <a:lnTo>
                    <a:pt x="0" y="1143000"/>
                  </a:lnTo>
                  <a:lnTo>
                    <a:pt x="1922" y="1172470"/>
                  </a:lnTo>
                  <a:lnTo>
                    <a:pt x="1946" y="1172825"/>
                  </a:lnTo>
                  <a:lnTo>
                    <a:pt x="7677" y="1201766"/>
                  </a:lnTo>
                  <a:lnTo>
                    <a:pt x="7739" y="1202078"/>
                  </a:lnTo>
                  <a:lnTo>
                    <a:pt x="17241" y="1230114"/>
                  </a:lnTo>
                  <a:lnTo>
                    <a:pt x="47292" y="1282115"/>
                  </a:lnTo>
                  <a:lnTo>
                    <a:pt x="89317" y="1324294"/>
                  </a:lnTo>
                  <a:lnTo>
                    <a:pt x="141112" y="1354283"/>
                  </a:lnTo>
                  <a:lnTo>
                    <a:pt x="198761" y="1369653"/>
                  </a:lnTo>
                  <a:lnTo>
                    <a:pt x="228600" y="1371600"/>
                  </a:lnTo>
                  <a:lnTo>
                    <a:pt x="4983480" y="1371231"/>
                  </a:lnTo>
                  <a:lnTo>
                    <a:pt x="5042558" y="1363492"/>
                  </a:lnTo>
                  <a:lnTo>
                    <a:pt x="5097589" y="1340637"/>
                  </a:lnTo>
                  <a:lnTo>
                    <a:pt x="5145070" y="1304274"/>
                  </a:lnTo>
                  <a:lnTo>
                    <a:pt x="5181473" y="1257109"/>
                  </a:lnTo>
                  <a:lnTo>
                    <a:pt x="5204233" y="1202078"/>
                  </a:lnTo>
                  <a:lnTo>
                    <a:pt x="5212055" y="1143000"/>
                  </a:lnTo>
                  <a:lnTo>
                    <a:pt x="5212080" y="1142631"/>
                  </a:lnTo>
                  <a:lnTo>
                    <a:pt x="5211711" y="228600"/>
                  </a:lnTo>
                  <a:lnTo>
                    <a:pt x="5203972" y="169510"/>
                  </a:lnTo>
                  <a:lnTo>
                    <a:pt x="5181117" y="114477"/>
                  </a:lnTo>
                  <a:lnTo>
                    <a:pt x="5144754" y="67002"/>
                  </a:lnTo>
                  <a:lnTo>
                    <a:pt x="5097589" y="30594"/>
                  </a:lnTo>
                  <a:lnTo>
                    <a:pt x="5042246" y="7739"/>
                  </a:lnTo>
                  <a:lnTo>
                    <a:pt x="5012950" y="1946"/>
                  </a:lnTo>
                  <a:lnTo>
                    <a:pt x="49831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71844" y="1234084"/>
              <a:ext cx="5212080" cy="1371600"/>
            </a:xfrm>
            <a:custGeom>
              <a:avLst/>
              <a:gdLst/>
              <a:ahLst/>
              <a:cxnLst/>
              <a:rect l="l" t="t" r="r" b="b"/>
              <a:pathLst>
                <a:path w="5212080" h="1371600">
                  <a:moveTo>
                    <a:pt x="0" y="228600"/>
                  </a:moveTo>
                  <a:lnTo>
                    <a:pt x="1946" y="198761"/>
                  </a:lnTo>
                  <a:lnTo>
                    <a:pt x="7739" y="169464"/>
                  </a:lnTo>
                  <a:lnTo>
                    <a:pt x="30594" y="114109"/>
                  </a:lnTo>
                  <a:lnTo>
                    <a:pt x="67002" y="66955"/>
                  </a:lnTo>
                  <a:lnTo>
                    <a:pt x="114477" y="30594"/>
                  </a:lnTo>
                  <a:lnTo>
                    <a:pt x="169510" y="7739"/>
                  </a:lnTo>
                  <a:lnTo>
                    <a:pt x="228600" y="0"/>
                  </a:lnTo>
                  <a:lnTo>
                    <a:pt x="4983111" y="0"/>
                  </a:lnTo>
                  <a:lnTo>
                    <a:pt x="5042246" y="7739"/>
                  </a:lnTo>
                  <a:lnTo>
                    <a:pt x="5097589" y="30594"/>
                  </a:lnTo>
                  <a:lnTo>
                    <a:pt x="5144754" y="67002"/>
                  </a:lnTo>
                  <a:lnTo>
                    <a:pt x="5181117" y="114477"/>
                  </a:lnTo>
                  <a:lnTo>
                    <a:pt x="5203972" y="169510"/>
                  </a:lnTo>
                  <a:lnTo>
                    <a:pt x="5211711" y="228600"/>
                  </a:lnTo>
                  <a:lnTo>
                    <a:pt x="5212080" y="1142631"/>
                  </a:lnTo>
                  <a:lnTo>
                    <a:pt x="5210133" y="1172470"/>
                  </a:lnTo>
                  <a:lnTo>
                    <a:pt x="5204339" y="1201766"/>
                  </a:lnTo>
                  <a:lnTo>
                    <a:pt x="5181473" y="1257109"/>
                  </a:lnTo>
                  <a:lnTo>
                    <a:pt x="5145070" y="1304274"/>
                  </a:lnTo>
                  <a:lnTo>
                    <a:pt x="5097589" y="1340637"/>
                  </a:lnTo>
                  <a:lnTo>
                    <a:pt x="5042558" y="1363492"/>
                  </a:lnTo>
                  <a:lnTo>
                    <a:pt x="4983480" y="1371231"/>
                  </a:lnTo>
                  <a:lnTo>
                    <a:pt x="228600" y="1371600"/>
                  </a:lnTo>
                  <a:lnTo>
                    <a:pt x="169464" y="1363859"/>
                  </a:lnTo>
                  <a:lnTo>
                    <a:pt x="114109" y="1340992"/>
                  </a:lnTo>
                  <a:lnTo>
                    <a:pt x="66955" y="1304590"/>
                  </a:lnTo>
                  <a:lnTo>
                    <a:pt x="30594" y="1257109"/>
                  </a:lnTo>
                  <a:lnTo>
                    <a:pt x="7739" y="1202078"/>
                  </a:lnTo>
                  <a:lnTo>
                    <a:pt x="0" y="1143000"/>
                  </a:lnTo>
                  <a:lnTo>
                    <a:pt x="0" y="228600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7203" y="1212469"/>
              <a:ext cx="152996" cy="146016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71844" y="1234084"/>
              <a:ext cx="64135" cy="1371600"/>
            </a:xfrm>
            <a:custGeom>
              <a:avLst/>
              <a:gdLst/>
              <a:ahLst/>
              <a:cxnLst/>
              <a:rect l="l" t="t" r="r" b="b"/>
              <a:pathLst>
                <a:path w="64135" h="1371600">
                  <a:moveTo>
                    <a:pt x="63715" y="0"/>
                  </a:moveTo>
                  <a:lnTo>
                    <a:pt x="0" y="0"/>
                  </a:lnTo>
                  <a:lnTo>
                    <a:pt x="0" y="1371231"/>
                  </a:lnTo>
                  <a:lnTo>
                    <a:pt x="32029" y="1371231"/>
                  </a:lnTo>
                  <a:lnTo>
                    <a:pt x="63715" y="137123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71844" y="1234084"/>
              <a:ext cx="64135" cy="1371600"/>
            </a:xfrm>
            <a:custGeom>
              <a:avLst/>
              <a:gdLst/>
              <a:ahLst/>
              <a:cxnLst/>
              <a:rect l="l" t="t" r="r" b="b"/>
              <a:pathLst>
                <a:path w="64135" h="1371600">
                  <a:moveTo>
                    <a:pt x="32029" y="1371231"/>
                  </a:moveTo>
                  <a:lnTo>
                    <a:pt x="0" y="137123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371231"/>
                  </a:lnTo>
                  <a:lnTo>
                    <a:pt x="32029" y="1371231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397104" y="1404264"/>
            <a:ext cx="4466590" cy="1087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60" dirty="0">
                <a:solidFill>
                  <a:srgbClr val="122A49"/>
                </a:solidFill>
                <a:latin typeface="Arial Black"/>
                <a:cs typeface="Arial Black"/>
              </a:rPr>
              <a:t>Nursing</a:t>
            </a:r>
            <a:r>
              <a:rPr sz="1600" spc="-9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operations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400"/>
              </a:spcBef>
            </a:pP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Head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nurse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schedules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duty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windows,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assigns</a:t>
            </a:r>
            <a:r>
              <a:rPr sz="14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tasks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in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advance</a:t>
            </a:r>
            <a:r>
              <a:rPr sz="14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4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monitors</a:t>
            </a:r>
            <a:r>
              <a:rPr sz="14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completion—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subject</a:t>
            </a:r>
            <a:r>
              <a:rPr sz="14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to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implementation.</a:t>
            </a:r>
            <a:endParaRPr sz="1400">
              <a:latin typeface="Noto Sans"/>
              <a:cs typeface="Noto San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0803" y="3132696"/>
            <a:ext cx="2147570" cy="866775"/>
            <a:chOff x="640803" y="3132696"/>
            <a:chExt cx="2147570" cy="866775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803" y="3132696"/>
              <a:ext cx="2147036" cy="86654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85444" y="3154324"/>
              <a:ext cx="2058035" cy="777875"/>
            </a:xfrm>
            <a:custGeom>
              <a:avLst/>
              <a:gdLst/>
              <a:ahLst/>
              <a:cxnLst/>
              <a:rect l="l" t="t" r="r" b="b"/>
              <a:pathLst>
                <a:path w="2058035" h="777875">
                  <a:moveTo>
                    <a:pt x="129959" y="0"/>
                  </a:moveTo>
                  <a:lnTo>
                    <a:pt x="80440" y="9869"/>
                  </a:lnTo>
                  <a:lnTo>
                    <a:pt x="38290" y="37928"/>
                  </a:lnTo>
                  <a:lnTo>
                    <a:pt x="10230" y="80084"/>
                  </a:lnTo>
                  <a:lnTo>
                    <a:pt x="355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71" y="712800"/>
                  </a:lnTo>
                  <a:lnTo>
                    <a:pt x="50636" y="750812"/>
                  </a:lnTo>
                  <a:lnTo>
                    <a:pt x="96116" y="773139"/>
                  </a:lnTo>
                  <a:lnTo>
                    <a:pt x="129590" y="777595"/>
                  </a:lnTo>
                  <a:lnTo>
                    <a:pt x="1928152" y="777595"/>
                  </a:lnTo>
                  <a:lnTo>
                    <a:pt x="1977670" y="767721"/>
                  </a:lnTo>
                  <a:lnTo>
                    <a:pt x="2019820" y="739660"/>
                  </a:lnTo>
                  <a:lnTo>
                    <a:pt x="2047881" y="697510"/>
                  </a:lnTo>
                  <a:lnTo>
                    <a:pt x="2057755" y="647992"/>
                  </a:lnTo>
                  <a:lnTo>
                    <a:pt x="2057730" y="129590"/>
                  </a:lnTo>
                  <a:lnTo>
                    <a:pt x="2047881" y="80440"/>
                  </a:lnTo>
                  <a:lnTo>
                    <a:pt x="2019820" y="38290"/>
                  </a:lnTo>
                  <a:lnTo>
                    <a:pt x="1977670" y="10230"/>
                  </a:lnTo>
                  <a:lnTo>
                    <a:pt x="1928152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5444" y="3154324"/>
              <a:ext cx="2058035" cy="777875"/>
            </a:xfrm>
            <a:custGeom>
              <a:avLst/>
              <a:gdLst/>
              <a:ahLst/>
              <a:cxnLst/>
              <a:rect l="l" t="t" r="r" b="b"/>
              <a:pathLst>
                <a:path w="2058035" h="777875">
                  <a:moveTo>
                    <a:pt x="355" y="129590"/>
                  </a:moveTo>
                  <a:lnTo>
                    <a:pt x="1486" y="112687"/>
                  </a:lnTo>
                  <a:lnTo>
                    <a:pt x="4811" y="96116"/>
                  </a:lnTo>
                  <a:lnTo>
                    <a:pt x="27139" y="50636"/>
                  </a:lnTo>
                  <a:lnTo>
                    <a:pt x="65150" y="17272"/>
                  </a:lnTo>
                  <a:lnTo>
                    <a:pt x="113048" y="1130"/>
                  </a:lnTo>
                  <a:lnTo>
                    <a:pt x="129959" y="0"/>
                  </a:lnTo>
                  <a:lnTo>
                    <a:pt x="1928152" y="355"/>
                  </a:lnTo>
                  <a:lnTo>
                    <a:pt x="1977670" y="10230"/>
                  </a:lnTo>
                  <a:lnTo>
                    <a:pt x="2019820" y="38290"/>
                  </a:lnTo>
                  <a:lnTo>
                    <a:pt x="2047881" y="80440"/>
                  </a:lnTo>
                  <a:lnTo>
                    <a:pt x="2057755" y="129959"/>
                  </a:lnTo>
                  <a:lnTo>
                    <a:pt x="2057755" y="647992"/>
                  </a:lnTo>
                  <a:lnTo>
                    <a:pt x="2056624" y="664903"/>
                  </a:lnTo>
                  <a:lnTo>
                    <a:pt x="2053299" y="681477"/>
                  </a:lnTo>
                  <a:lnTo>
                    <a:pt x="2030972" y="726956"/>
                  </a:lnTo>
                  <a:lnTo>
                    <a:pt x="1992960" y="760310"/>
                  </a:lnTo>
                  <a:lnTo>
                    <a:pt x="1945063" y="776464"/>
                  </a:lnTo>
                  <a:lnTo>
                    <a:pt x="1928152" y="777595"/>
                  </a:lnTo>
                  <a:lnTo>
                    <a:pt x="129590" y="777595"/>
                  </a:lnTo>
                  <a:lnTo>
                    <a:pt x="80084" y="767721"/>
                  </a:lnTo>
                  <a:lnTo>
                    <a:pt x="37928" y="739660"/>
                  </a:lnTo>
                  <a:lnTo>
                    <a:pt x="9869" y="697510"/>
                  </a:lnTo>
                  <a:lnTo>
                    <a:pt x="0" y="647992"/>
                  </a:lnTo>
                  <a:lnTo>
                    <a:pt x="355" y="129590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301661" y="3285484"/>
            <a:ext cx="824865" cy="48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 marR="5080" indent="-88900">
              <a:lnSpc>
                <a:spcPct val="137900"/>
              </a:lnSpc>
              <a:spcBef>
                <a:spcPts val="100"/>
              </a:spcBef>
            </a:pPr>
            <a:r>
              <a:rPr sz="1100" spc="-75" dirty="0">
                <a:solidFill>
                  <a:srgbClr val="122A49"/>
                </a:solidFill>
                <a:latin typeface="Arial Black"/>
                <a:cs typeface="Arial Black"/>
              </a:rPr>
              <a:t>Head</a:t>
            </a:r>
            <a:r>
              <a:rPr sz="1100" spc="-6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55" dirty="0">
                <a:solidFill>
                  <a:srgbClr val="122A49"/>
                </a:solidFill>
                <a:latin typeface="Arial Black"/>
                <a:cs typeface="Arial Black"/>
              </a:rPr>
              <a:t>nurse </a:t>
            </a:r>
            <a:r>
              <a:rPr sz="1100" spc="-10" dirty="0">
                <a:solidFill>
                  <a:srgbClr val="122A49"/>
                </a:solidFill>
                <a:latin typeface="Arial Black"/>
                <a:cs typeface="Arial Black"/>
              </a:rPr>
              <a:t>schedule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94584" y="3324859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835363" y="3132696"/>
            <a:ext cx="2147570" cy="866775"/>
            <a:chOff x="2835363" y="3132696"/>
            <a:chExt cx="2147570" cy="866775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35363" y="3132696"/>
              <a:ext cx="2147036" cy="86654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880004" y="3154324"/>
              <a:ext cx="2058035" cy="777875"/>
            </a:xfrm>
            <a:custGeom>
              <a:avLst/>
              <a:gdLst/>
              <a:ahLst/>
              <a:cxnLst/>
              <a:rect l="l" t="t" r="r" b="b"/>
              <a:pathLst>
                <a:path w="2058035" h="777875">
                  <a:moveTo>
                    <a:pt x="129959" y="0"/>
                  </a:moveTo>
                  <a:lnTo>
                    <a:pt x="80440" y="9869"/>
                  </a:lnTo>
                  <a:lnTo>
                    <a:pt x="38290" y="37928"/>
                  </a:lnTo>
                  <a:lnTo>
                    <a:pt x="10230" y="80084"/>
                  </a:lnTo>
                  <a:lnTo>
                    <a:pt x="355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72" y="712800"/>
                  </a:lnTo>
                  <a:lnTo>
                    <a:pt x="50636" y="750812"/>
                  </a:lnTo>
                  <a:lnTo>
                    <a:pt x="96116" y="773139"/>
                  </a:lnTo>
                  <a:lnTo>
                    <a:pt x="129590" y="777595"/>
                  </a:lnTo>
                  <a:lnTo>
                    <a:pt x="1928152" y="777595"/>
                  </a:lnTo>
                  <a:lnTo>
                    <a:pt x="1977670" y="767721"/>
                  </a:lnTo>
                  <a:lnTo>
                    <a:pt x="2019820" y="739660"/>
                  </a:lnTo>
                  <a:lnTo>
                    <a:pt x="2047881" y="697510"/>
                  </a:lnTo>
                  <a:lnTo>
                    <a:pt x="2057755" y="647992"/>
                  </a:lnTo>
                  <a:lnTo>
                    <a:pt x="2057730" y="129590"/>
                  </a:lnTo>
                  <a:lnTo>
                    <a:pt x="2047881" y="80440"/>
                  </a:lnTo>
                  <a:lnTo>
                    <a:pt x="2019820" y="38290"/>
                  </a:lnTo>
                  <a:lnTo>
                    <a:pt x="1977670" y="10230"/>
                  </a:lnTo>
                  <a:lnTo>
                    <a:pt x="1928152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880004" y="3154324"/>
              <a:ext cx="2058035" cy="777875"/>
            </a:xfrm>
            <a:custGeom>
              <a:avLst/>
              <a:gdLst/>
              <a:ahLst/>
              <a:cxnLst/>
              <a:rect l="l" t="t" r="r" b="b"/>
              <a:pathLst>
                <a:path w="2058035" h="777875">
                  <a:moveTo>
                    <a:pt x="355" y="129590"/>
                  </a:moveTo>
                  <a:lnTo>
                    <a:pt x="1486" y="112687"/>
                  </a:lnTo>
                  <a:lnTo>
                    <a:pt x="4811" y="96116"/>
                  </a:lnTo>
                  <a:lnTo>
                    <a:pt x="27139" y="50636"/>
                  </a:lnTo>
                  <a:lnTo>
                    <a:pt x="65150" y="17272"/>
                  </a:lnTo>
                  <a:lnTo>
                    <a:pt x="113048" y="1130"/>
                  </a:lnTo>
                  <a:lnTo>
                    <a:pt x="129959" y="0"/>
                  </a:lnTo>
                  <a:lnTo>
                    <a:pt x="1928152" y="355"/>
                  </a:lnTo>
                  <a:lnTo>
                    <a:pt x="1977670" y="10230"/>
                  </a:lnTo>
                  <a:lnTo>
                    <a:pt x="2019820" y="38290"/>
                  </a:lnTo>
                  <a:lnTo>
                    <a:pt x="2047881" y="80440"/>
                  </a:lnTo>
                  <a:lnTo>
                    <a:pt x="2057755" y="129959"/>
                  </a:lnTo>
                  <a:lnTo>
                    <a:pt x="2057755" y="647992"/>
                  </a:lnTo>
                  <a:lnTo>
                    <a:pt x="2056624" y="664903"/>
                  </a:lnTo>
                  <a:lnTo>
                    <a:pt x="2053299" y="681477"/>
                  </a:lnTo>
                  <a:lnTo>
                    <a:pt x="2030972" y="726956"/>
                  </a:lnTo>
                  <a:lnTo>
                    <a:pt x="1992960" y="760310"/>
                  </a:lnTo>
                  <a:lnTo>
                    <a:pt x="1945063" y="776464"/>
                  </a:lnTo>
                  <a:lnTo>
                    <a:pt x="1928152" y="777595"/>
                  </a:lnTo>
                  <a:lnTo>
                    <a:pt x="129590" y="777595"/>
                  </a:lnTo>
                  <a:lnTo>
                    <a:pt x="80084" y="767721"/>
                  </a:lnTo>
                  <a:lnTo>
                    <a:pt x="37928" y="739660"/>
                  </a:lnTo>
                  <a:lnTo>
                    <a:pt x="9869" y="697510"/>
                  </a:lnTo>
                  <a:lnTo>
                    <a:pt x="0" y="647992"/>
                  </a:lnTo>
                  <a:lnTo>
                    <a:pt x="355" y="129590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534016" y="3285484"/>
            <a:ext cx="748665" cy="48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marR="5080" indent="-176530">
              <a:lnSpc>
                <a:spcPct val="137900"/>
              </a:lnSpc>
              <a:spcBef>
                <a:spcPts val="100"/>
              </a:spcBef>
            </a:pPr>
            <a:r>
              <a:rPr sz="1100" spc="-65" dirty="0">
                <a:solidFill>
                  <a:srgbClr val="122A49"/>
                </a:solidFill>
                <a:latin typeface="Arial Black"/>
                <a:cs typeface="Arial Black"/>
              </a:rPr>
              <a:t>Pre-</a:t>
            </a:r>
            <a:r>
              <a:rPr sz="1100" spc="-80" dirty="0">
                <a:solidFill>
                  <a:srgbClr val="122A49"/>
                </a:solidFill>
                <a:latin typeface="Arial Black"/>
                <a:cs typeface="Arial Black"/>
              </a:rPr>
              <a:t>assign </a:t>
            </a:r>
            <a:r>
              <a:rPr sz="1100" spc="-10" dirty="0">
                <a:solidFill>
                  <a:srgbClr val="122A49"/>
                </a:solidFill>
                <a:latin typeface="Arial Black"/>
                <a:cs typeface="Arial Black"/>
              </a:rPr>
              <a:t>tasks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89144" y="3324859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029923" y="3132696"/>
            <a:ext cx="2147570" cy="866775"/>
            <a:chOff x="5029923" y="3132696"/>
            <a:chExt cx="2147570" cy="866775"/>
          </a:xfrm>
        </p:grpSpPr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29923" y="3132696"/>
              <a:ext cx="2147036" cy="86654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074564" y="3154324"/>
              <a:ext cx="2058035" cy="777875"/>
            </a:xfrm>
            <a:custGeom>
              <a:avLst/>
              <a:gdLst/>
              <a:ahLst/>
              <a:cxnLst/>
              <a:rect l="l" t="t" r="r" b="b"/>
              <a:pathLst>
                <a:path w="2058034" h="777875">
                  <a:moveTo>
                    <a:pt x="129959" y="0"/>
                  </a:moveTo>
                  <a:lnTo>
                    <a:pt x="80440" y="9869"/>
                  </a:lnTo>
                  <a:lnTo>
                    <a:pt x="38290" y="37928"/>
                  </a:lnTo>
                  <a:lnTo>
                    <a:pt x="10230" y="80084"/>
                  </a:lnTo>
                  <a:lnTo>
                    <a:pt x="355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72" y="712800"/>
                  </a:lnTo>
                  <a:lnTo>
                    <a:pt x="50636" y="750812"/>
                  </a:lnTo>
                  <a:lnTo>
                    <a:pt x="96116" y="773139"/>
                  </a:lnTo>
                  <a:lnTo>
                    <a:pt x="129590" y="777595"/>
                  </a:lnTo>
                  <a:lnTo>
                    <a:pt x="1928152" y="777595"/>
                  </a:lnTo>
                  <a:lnTo>
                    <a:pt x="1977670" y="767721"/>
                  </a:lnTo>
                  <a:lnTo>
                    <a:pt x="2019820" y="739660"/>
                  </a:lnTo>
                  <a:lnTo>
                    <a:pt x="2047881" y="697510"/>
                  </a:lnTo>
                  <a:lnTo>
                    <a:pt x="2057755" y="647992"/>
                  </a:lnTo>
                  <a:lnTo>
                    <a:pt x="2057730" y="129590"/>
                  </a:lnTo>
                  <a:lnTo>
                    <a:pt x="2047881" y="80440"/>
                  </a:lnTo>
                  <a:lnTo>
                    <a:pt x="2019820" y="38290"/>
                  </a:lnTo>
                  <a:lnTo>
                    <a:pt x="1977670" y="10230"/>
                  </a:lnTo>
                  <a:lnTo>
                    <a:pt x="1928152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74564" y="3154324"/>
              <a:ext cx="2058035" cy="777875"/>
            </a:xfrm>
            <a:custGeom>
              <a:avLst/>
              <a:gdLst/>
              <a:ahLst/>
              <a:cxnLst/>
              <a:rect l="l" t="t" r="r" b="b"/>
              <a:pathLst>
                <a:path w="2058034" h="777875">
                  <a:moveTo>
                    <a:pt x="355" y="129590"/>
                  </a:moveTo>
                  <a:lnTo>
                    <a:pt x="1486" y="112687"/>
                  </a:lnTo>
                  <a:lnTo>
                    <a:pt x="4811" y="96116"/>
                  </a:lnTo>
                  <a:lnTo>
                    <a:pt x="27139" y="50636"/>
                  </a:lnTo>
                  <a:lnTo>
                    <a:pt x="65150" y="17272"/>
                  </a:lnTo>
                  <a:lnTo>
                    <a:pt x="113048" y="1130"/>
                  </a:lnTo>
                  <a:lnTo>
                    <a:pt x="129959" y="0"/>
                  </a:lnTo>
                  <a:lnTo>
                    <a:pt x="1928152" y="355"/>
                  </a:lnTo>
                  <a:lnTo>
                    <a:pt x="1977670" y="10230"/>
                  </a:lnTo>
                  <a:lnTo>
                    <a:pt x="2019820" y="38290"/>
                  </a:lnTo>
                  <a:lnTo>
                    <a:pt x="2047881" y="80440"/>
                  </a:lnTo>
                  <a:lnTo>
                    <a:pt x="2057755" y="129959"/>
                  </a:lnTo>
                  <a:lnTo>
                    <a:pt x="2057755" y="647992"/>
                  </a:lnTo>
                  <a:lnTo>
                    <a:pt x="2056624" y="664903"/>
                  </a:lnTo>
                  <a:lnTo>
                    <a:pt x="2053299" y="681477"/>
                  </a:lnTo>
                  <a:lnTo>
                    <a:pt x="2030972" y="726956"/>
                  </a:lnTo>
                  <a:lnTo>
                    <a:pt x="1992960" y="760310"/>
                  </a:lnTo>
                  <a:lnTo>
                    <a:pt x="1945063" y="776464"/>
                  </a:lnTo>
                  <a:lnTo>
                    <a:pt x="1928152" y="777595"/>
                  </a:lnTo>
                  <a:lnTo>
                    <a:pt x="129590" y="777595"/>
                  </a:lnTo>
                  <a:lnTo>
                    <a:pt x="80084" y="767721"/>
                  </a:lnTo>
                  <a:lnTo>
                    <a:pt x="37928" y="739660"/>
                  </a:lnTo>
                  <a:lnTo>
                    <a:pt x="9869" y="697510"/>
                  </a:lnTo>
                  <a:lnTo>
                    <a:pt x="0" y="647992"/>
                  </a:lnTo>
                  <a:lnTo>
                    <a:pt x="355" y="129590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572340" y="3285484"/>
            <a:ext cx="1061085" cy="48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915" marR="5080" indent="-69850">
              <a:lnSpc>
                <a:spcPct val="137900"/>
              </a:lnSpc>
              <a:spcBef>
                <a:spcPts val="100"/>
              </a:spcBef>
            </a:pPr>
            <a:r>
              <a:rPr sz="1100" spc="-40" dirty="0">
                <a:solidFill>
                  <a:srgbClr val="122A49"/>
                </a:solidFill>
                <a:latin typeface="Arial Black"/>
                <a:cs typeface="Arial Black"/>
              </a:rPr>
              <a:t>Duty</a:t>
            </a:r>
            <a:r>
              <a:rPr sz="1100" spc="-6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70" dirty="0">
                <a:solidFill>
                  <a:srgbClr val="122A49"/>
                </a:solidFill>
                <a:latin typeface="Arial Black"/>
                <a:cs typeface="Arial Black"/>
              </a:rPr>
              <a:t>window</a:t>
            </a:r>
            <a:r>
              <a:rPr sz="1100" spc="-50" dirty="0">
                <a:solidFill>
                  <a:srgbClr val="122A49"/>
                </a:solidFill>
                <a:latin typeface="Arial Black"/>
                <a:cs typeface="Arial Black"/>
              </a:rPr>
              <a:t> + </a:t>
            </a:r>
            <a:r>
              <a:rPr sz="1100" spc="-75" dirty="0">
                <a:solidFill>
                  <a:srgbClr val="122A49"/>
                </a:solidFill>
                <a:latin typeface="Arial Black"/>
                <a:cs typeface="Arial Black"/>
              </a:rPr>
              <a:t>active</a:t>
            </a:r>
            <a:r>
              <a:rPr sz="1100" spc="-6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10" dirty="0">
                <a:solidFill>
                  <a:srgbClr val="122A49"/>
                </a:solidFill>
                <a:latin typeface="Arial Black"/>
                <a:cs typeface="Arial Black"/>
              </a:rPr>
              <a:t>status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183704" y="3324859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224483" y="3132696"/>
            <a:ext cx="2147570" cy="866775"/>
            <a:chOff x="7224483" y="3132696"/>
            <a:chExt cx="2147570" cy="866775"/>
          </a:xfrm>
        </p:grpSpPr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24483" y="3132696"/>
              <a:ext cx="2147036" cy="86654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269124" y="3154324"/>
              <a:ext cx="2058035" cy="777875"/>
            </a:xfrm>
            <a:custGeom>
              <a:avLst/>
              <a:gdLst/>
              <a:ahLst/>
              <a:cxnLst/>
              <a:rect l="l" t="t" r="r" b="b"/>
              <a:pathLst>
                <a:path w="2058034" h="777875">
                  <a:moveTo>
                    <a:pt x="129959" y="0"/>
                  </a:moveTo>
                  <a:lnTo>
                    <a:pt x="80440" y="9869"/>
                  </a:lnTo>
                  <a:lnTo>
                    <a:pt x="38290" y="37928"/>
                  </a:lnTo>
                  <a:lnTo>
                    <a:pt x="10230" y="80084"/>
                  </a:lnTo>
                  <a:lnTo>
                    <a:pt x="355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72" y="712800"/>
                  </a:lnTo>
                  <a:lnTo>
                    <a:pt x="50636" y="750812"/>
                  </a:lnTo>
                  <a:lnTo>
                    <a:pt x="96116" y="773139"/>
                  </a:lnTo>
                  <a:lnTo>
                    <a:pt x="129590" y="777595"/>
                  </a:lnTo>
                  <a:lnTo>
                    <a:pt x="1928152" y="777595"/>
                  </a:lnTo>
                  <a:lnTo>
                    <a:pt x="1977670" y="767721"/>
                  </a:lnTo>
                  <a:lnTo>
                    <a:pt x="2019820" y="739660"/>
                  </a:lnTo>
                  <a:lnTo>
                    <a:pt x="2047881" y="697510"/>
                  </a:lnTo>
                  <a:lnTo>
                    <a:pt x="2057755" y="647992"/>
                  </a:lnTo>
                  <a:lnTo>
                    <a:pt x="2057730" y="129590"/>
                  </a:lnTo>
                  <a:lnTo>
                    <a:pt x="2047881" y="80440"/>
                  </a:lnTo>
                  <a:lnTo>
                    <a:pt x="2019820" y="38290"/>
                  </a:lnTo>
                  <a:lnTo>
                    <a:pt x="1977670" y="10230"/>
                  </a:lnTo>
                  <a:lnTo>
                    <a:pt x="1928152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269124" y="3154324"/>
              <a:ext cx="2058035" cy="777875"/>
            </a:xfrm>
            <a:custGeom>
              <a:avLst/>
              <a:gdLst/>
              <a:ahLst/>
              <a:cxnLst/>
              <a:rect l="l" t="t" r="r" b="b"/>
              <a:pathLst>
                <a:path w="2058034" h="777875">
                  <a:moveTo>
                    <a:pt x="355" y="129590"/>
                  </a:moveTo>
                  <a:lnTo>
                    <a:pt x="1486" y="112687"/>
                  </a:lnTo>
                  <a:lnTo>
                    <a:pt x="4811" y="96116"/>
                  </a:lnTo>
                  <a:lnTo>
                    <a:pt x="27139" y="50636"/>
                  </a:lnTo>
                  <a:lnTo>
                    <a:pt x="65150" y="17272"/>
                  </a:lnTo>
                  <a:lnTo>
                    <a:pt x="113048" y="1130"/>
                  </a:lnTo>
                  <a:lnTo>
                    <a:pt x="129959" y="0"/>
                  </a:lnTo>
                  <a:lnTo>
                    <a:pt x="1928152" y="355"/>
                  </a:lnTo>
                  <a:lnTo>
                    <a:pt x="1977670" y="10230"/>
                  </a:lnTo>
                  <a:lnTo>
                    <a:pt x="2019820" y="38290"/>
                  </a:lnTo>
                  <a:lnTo>
                    <a:pt x="2047881" y="80440"/>
                  </a:lnTo>
                  <a:lnTo>
                    <a:pt x="2057755" y="129959"/>
                  </a:lnTo>
                  <a:lnTo>
                    <a:pt x="2057755" y="647992"/>
                  </a:lnTo>
                  <a:lnTo>
                    <a:pt x="2056624" y="664903"/>
                  </a:lnTo>
                  <a:lnTo>
                    <a:pt x="2053299" y="681477"/>
                  </a:lnTo>
                  <a:lnTo>
                    <a:pt x="2030972" y="726956"/>
                  </a:lnTo>
                  <a:lnTo>
                    <a:pt x="1992960" y="760310"/>
                  </a:lnTo>
                  <a:lnTo>
                    <a:pt x="1945063" y="776464"/>
                  </a:lnTo>
                  <a:lnTo>
                    <a:pt x="1928152" y="777595"/>
                  </a:lnTo>
                  <a:lnTo>
                    <a:pt x="129590" y="777595"/>
                  </a:lnTo>
                  <a:lnTo>
                    <a:pt x="80084" y="767721"/>
                  </a:lnTo>
                  <a:lnTo>
                    <a:pt x="37928" y="739660"/>
                  </a:lnTo>
                  <a:lnTo>
                    <a:pt x="9869" y="697510"/>
                  </a:lnTo>
                  <a:lnTo>
                    <a:pt x="0" y="647992"/>
                  </a:lnTo>
                  <a:lnTo>
                    <a:pt x="355" y="129590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771574" y="3285484"/>
            <a:ext cx="1051560" cy="48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1445">
              <a:lnSpc>
                <a:spcPct val="137900"/>
              </a:lnSpc>
              <a:spcBef>
                <a:spcPts val="100"/>
              </a:spcBef>
            </a:pPr>
            <a:r>
              <a:rPr sz="1100" spc="-55" dirty="0">
                <a:solidFill>
                  <a:srgbClr val="122A49"/>
                </a:solidFill>
                <a:latin typeface="Arial Black"/>
                <a:cs typeface="Arial Black"/>
              </a:rPr>
              <a:t>Nurse </a:t>
            </a:r>
            <a:r>
              <a:rPr sz="1100" spc="-20" dirty="0">
                <a:solidFill>
                  <a:srgbClr val="122A49"/>
                </a:solidFill>
                <a:latin typeface="Arial Black"/>
                <a:cs typeface="Arial Black"/>
              </a:rPr>
              <a:t>sees </a:t>
            </a:r>
            <a:r>
              <a:rPr sz="1100" spc="-75" dirty="0">
                <a:solidFill>
                  <a:srgbClr val="122A49"/>
                </a:solidFill>
                <a:latin typeface="Arial Black"/>
                <a:cs typeface="Arial Black"/>
              </a:rPr>
              <a:t>assigned</a:t>
            </a:r>
            <a:r>
              <a:rPr sz="1100" spc="-4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85" dirty="0">
                <a:solidFill>
                  <a:srgbClr val="122A49"/>
                </a:solidFill>
                <a:latin typeface="Arial Black"/>
                <a:cs typeface="Arial Black"/>
              </a:rPr>
              <a:t>tasks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378263" y="3324859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9419043" y="3132696"/>
            <a:ext cx="2147570" cy="866775"/>
            <a:chOff x="9419043" y="3132696"/>
            <a:chExt cx="2147570" cy="866775"/>
          </a:xfrm>
        </p:grpSpPr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19043" y="3132696"/>
              <a:ext cx="2147036" cy="86654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9463684" y="3154324"/>
              <a:ext cx="2058035" cy="777875"/>
            </a:xfrm>
            <a:custGeom>
              <a:avLst/>
              <a:gdLst/>
              <a:ahLst/>
              <a:cxnLst/>
              <a:rect l="l" t="t" r="r" b="b"/>
              <a:pathLst>
                <a:path w="2058034" h="777875">
                  <a:moveTo>
                    <a:pt x="129959" y="0"/>
                  </a:moveTo>
                  <a:lnTo>
                    <a:pt x="80440" y="9869"/>
                  </a:lnTo>
                  <a:lnTo>
                    <a:pt x="38290" y="37928"/>
                  </a:lnTo>
                  <a:lnTo>
                    <a:pt x="10230" y="80084"/>
                  </a:lnTo>
                  <a:lnTo>
                    <a:pt x="355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72" y="712800"/>
                  </a:lnTo>
                  <a:lnTo>
                    <a:pt x="50636" y="750812"/>
                  </a:lnTo>
                  <a:lnTo>
                    <a:pt x="96116" y="773139"/>
                  </a:lnTo>
                  <a:lnTo>
                    <a:pt x="129590" y="777595"/>
                  </a:lnTo>
                  <a:lnTo>
                    <a:pt x="1928152" y="777595"/>
                  </a:lnTo>
                  <a:lnTo>
                    <a:pt x="1977670" y="767721"/>
                  </a:lnTo>
                  <a:lnTo>
                    <a:pt x="2019820" y="739660"/>
                  </a:lnTo>
                  <a:lnTo>
                    <a:pt x="2047881" y="697510"/>
                  </a:lnTo>
                  <a:lnTo>
                    <a:pt x="2057755" y="647992"/>
                  </a:lnTo>
                  <a:lnTo>
                    <a:pt x="2057730" y="129590"/>
                  </a:lnTo>
                  <a:lnTo>
                    <a:pt x="2047881" y="80440"/>
                  </a:lnTo>
                  <a:lnTo>
                    <a:pt x="2019820" y="38290"/>
                  </a:lnTo>
                  <a:lnTo>
                    <a:pt x="1977670" y="10230"/>
                  </a:lnTo>
                  <a:lnTo>
                    <a:pt x="1928152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463684" y="3154324"/>
              <a:ext cx="2058035" cy="777875"/>
            </a:xfrm>
            <a:custGeom>
              <a:avLst/>
              <a:gdLst/>
              <a:ahLst/>
              <a:cxnLst/>
              <a:rect l="l" t="t" r="r" b="b"/>
              <a:pathLst>
                <a:path w="2058034" h="777875">
                  <a:moveTo>
                    <a:pt x="355" y="129590"/>
                  </a:moveTo>
                  <a:lnTo>
                    <a:pt x="1486" y="112687"/>
                  </a:lnTo>
                  <a:lnTo>
                    <a:pt x="4811" y="96116"/>
                  </a:lnTo>
                  <a:lnTo>
                    <a:pt x="27139" y="50636"/>
                  </a:lnTo>
                  <a:lnTo>
                    <a:pt x="65150" y="17272"/>
                  </a:lnTo>
                  <a:lnTo>
                    <a:pt x="113048" y="1130"/>
                  </a:lnTo>
                  <a:lnTo>
                    <a:pt x="129959" y="0"/>
                  </a:lnTo>
                  <a:lnTo>
                    <a:pt x="1928152" y="355"/>
                  </a:lnTo>
                  <a:lnTo>
                    <a:pt x="1977670" y="10230"/>
                  </a:lnTo>
                  <a:lnTo>
                    <a:pt x="2019820" y="38290"/>
                  </a:lnTo>
                  <a:lnTo>
                    <a:pt x="2047881" y="80440"/>
                  </a:lnTo>
                  <a:lnTo>
                    <a:pt x="2057755" y="129959"/>
                  </a:lnTo>
                  <a:lnTo>
                    <a:pt x="2057755" y="647992"/>
                  </a:lnTo>
                  <a:lnTo>
                    <a:pt x="2056624" y="664903"/>
                  </a:lnTo>
                  <a:lnTo>
                    <a:pt x="2053299" y="681477"/>
                  </a:lnTo>
                  <a:lnTo>
                    <a:pt x="2030972" y="726956"/>
                  </a:lnTo>
                  <a:lnTo>
                    <a:pt x="1992960" y="760310"/>
                  </a:lnTo>
                  <a:lnTo>
                    <a:pt x="1945063" y="776464"/>
                  </a:lnTo>
                  <a:lnTo>
                    <a:pt x="1928152" y="777595"/>
                  </a:lnTo>
                  <a:lnTo>
                    <a:pt x="129590" y="777595"/>
                  </a:lnTo>
                  <a:lnTo>
                    <a:pt x="80084" y="767721"/>
                  </a:lnTo>
                  <a:lnTo>
                    <a:pt x="37928" y="739660"/>
                  </a:lnTo>
                  <a:lnTo>
                    <a:pt x="9869" y="697510"/>
                  </a:lnTo>
                  <a:lnTo>
                    <a:pt x="0" y="647992"/>
                  </a:lnTo>
                  <a:lnTo>
                    <a:pt x="355" y="129590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0085654" y="3285484"/>
            <a:ext cx="812800" cy="48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4625" marR="5080" indent="-162560">
              <a:lnSpc>
                <a:spcPct val="137900"/>
              </a:lnSpc>
              <a:spcBef>
                <a:spcPts val="100"/>
              </a:spcBef>
            </a:pPr>
            <a:r>
              <a:rPr sz="1100" spc="-70" dirty="0">
                <a:solidFill>
                  <a:srgbClr val="122A49"/>
                </a:solidFill>
                <a:latin typeface="Arial Black"/>
                <a:cs typeface="Arial Black"/>
              </a:rPr>
              <a:t>Complete</a:t>
            </a:r>
            <a:r>
              <a:rPr sz="1100" spc="-2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95" dirty="0">
                <a:solidFill>
                  <a:srgbClr val="122A49"/>
                </a:solidFill>
                <a:latin typeface="Arial Black"/>
                <a:cs typeface="Arial Black"/>
              </a:rPr>
              <a:t>+ </a:t>
            </a:r>
            <a:r>
              <a:rPr sz="1100" spc="-10" dirty="0">
                <a:solidFill>
                  <a:srgbClr val="122A49"/>
                </a:solidFill>
                <a:latin typeface="Arial Black"/>
                <a:cs typeface="Arial Black"/>
              </a:rPr>
              <a:t>review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AI-</a:t>
            </a:r>
            <a:r>
              <a:rPr spc="-215" dirty="0"/>
              <a:t>Assisted</a:t>
            </a:r>
            <a:r>
              <a:rPr spc="-160" dirty="0"/>
              <a:t> </a:t>
            </a:r>
            <a:r>
              <a:rPr spc="-185" dirty="0"/>
              <a:t>Clinical</a:t>
            </a:r>
            <a:r>
              <a:rPr spc="-155" dirty="0"/>
              <a:t> </a:t>
            </a:r>
            <a:r>
              <a:rPr spc="-140" dirty="0"/>
              <a:t>Intelligence</a:t>
            </a:r>
            <a:r>
              <a:rPr spc="-160" dirty="0"/>
              <a:t> </a:t>
            </a:r>
            <a:r>
              <a:rPr spc="-400" dirty="0"/>
              <a:t>&amp;</a:t>
            </a:r>
            <a:r>
              <a:rPr spc="-155" dirty="0"/>
              <a:t> </a:t>
            </a:r>
            <a:r>
              <a:rPr spc="-210" dirty="0"/>
              <a:t>Contactless</a:t>
            </a:r>
            <a:r>
              <a:rPr spc="-150" dirty="0"/>
              <a:t> </a:t>
            </a:r>
            <a:r>
              <a:rPr spc="-20" dirty="0"/>
              <a:t>Monitoring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5635" y="819353"/>
            <a:ext cx="747395" cy="139065"/>
            <a:chOff x="485635" y="819353"/>
            <a:chExt cx="747395" cy="139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635" y="819353"/>
              <a:ext cx="747356" cy="138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658088" y="0"/>
                  </a:moveTo>
                  <a:lnTo>
                    <a:pt x="0" y="0"/>
                  </a:lnTo>
                  <a:lnTo>
                    <a:pt x="0" y="50037"/>
                  </a:lnTo>
                  <a:lnTo>
                    <a:pt x="329044" y="50037"/>
                  </a:lnTo>
                  <a:lnTo>
                    <a:pt x="658088" y="50037"/>
                  </a:lnTo>
                  <a:lnTo>
                    <a:pt x="658088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329044" y="50037"/>
                  </a:moveTo>
                  <a:lnTo>
                    <a:pt x="0" y="50037"/>
                  </a:lnTo>
                  <a:lnTo>
                    <a:pt x="0" y="0"/>
                  </a:lnTo>
                  <a:lnTo>
                    <a:pt x="658088" y="0"/>
                  </a:lnTo>
                  <a:lnTo>
                    <a:pt x="658088" y="50037"/>
                  </a:lnTo>
                  <a:lnTo>
                    <a:pt x="329044" y="50037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85900" y="818908"/>
            <a:ext cx="44932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Research</a:t>
            </a:r>
            <a:r>
              <a:rPr sz="1000" spc="-4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/</a:t>
            </a:r>
            <a:r>
              <a:rPr sz="10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prototype</a:t>
            </a:r>
            <a:r>
              <a:rPr sz="10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component</a:t>
            </a:r>
            <a:r>
              <a:rPr sz="10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—</a:t>
            </a:r>
            <a:r>
              <a:rPr sz="10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not</a:t>
            </a:r>
            <a:r>
              <a:rPr sz="10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a</a:t>
            </a:r>
            <a:r>
              <a:rPr sz="10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clinically</a:t>
            </a:r>
            <a:r>
              <a:rPr sz="10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validated</a:t>
            </a:r>
            <a:r>
              <a:rPr sz="10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medical</a:t>
            </a:r>
            <a:r>
              <a:rPr sz="10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device</a:t>
            </a:r>
            <a:endParaRPr sz="1000">
              <a:latin typeface="Noto Sans"/>
              <a:cs typeface="Noto San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5083" y="1212469"/>
            <a:ext cx="5439410" cy="1003935"/>
            <a:chOff x="595083" y="1212469"/>
            <a:chExt cx="5439410" cy="100393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439" y="1212469"/>
              <a:ext cx="5438521" cy="10033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0079" y="1234084"/>
              <a:ext cx="5349240" cy="914400"/>
            </a:xfrm>
            <a:custGeom>
              <a:avLst/>
              <a:gdLst/>
              <a:ahLst/>
              <a:cxnLst/>
              <a:rect l="l" t="t" r="r" b="b"/>
              <a:pathLst>
                <a:path w="5349240" h="914400">
                  <a:moveTo>
                    <a:pt x="5196598" y="0"/>
                  </a:moveTo>
                  <a:lnTo>
                    <a:pt x="152285" y="0"/>
                  </a:lnTo>
                  <a:lnTo>
                    <a:pt x="131522" y="1333"/>
                  </a:lnTo>
                  <a:lnTo>
                    <a:pt x="132122" y="1333"/>
                  </a:lnTo>
                  <a:lnTo>
                    <a:pt x="112952" y="5081"/>
                  </a:lnTo>
                  <a:lnTo>
                    <a:pt x="76314" y="20154"/>
                  </a:lnTo>
                  <a:lnTo>
                    <a:pt x="44564" y="44635"/>
                  </a:lnTo>
                  <a:lnTo>
                    <a:pt x="20523" y="75958"/>
                  </a:lnTo>
                  <a:lnTo>
                    <a:pt x="5256" y="112945"/>
                  </a:lnTo>
                  <a:lnTo>
                    <a:pt x="0" y="152272"/>
                  </a:lnTo>
                  <a:lnTo>
                    <a:pt x="0" y="762114"/>
                  </a:lnTo>
                  <a:lnTo>
                    <a:pt x="1254" y="781628"/>
                  </a:lnTo>
                  <a:lnTo>
                    <a:pt x="1277" y="781983"/>
                  </a:lnTo>
                  <a:lnTo>
                    <a:pt x="5024" y="801130"/>
                  </a:lnTo>
                  <a:lnTo>
                    <a:pt x="5086" y="801446"/>
                  </a:lnTo>
                  <a:lnTo>
                    <a:pt x="20154" y="838072"/>
                  </a:lnTo>
                  <a:lnTo>
                    <a:pt x="44551" y="869756"/>
                  </a:lnTo>
                  <a:lnTo>
                    <a:pt x="75958" y="893876"/>
                  </a:lnTo>
                  <a:lnTo>
                    <a:pt x="112907" y="909134"/>
                  </a:lnTo>
                  <a:lnTo>
                    <a:pt x="152285" y="914400"/>
                  </a:lnTo>
                  <a:lnTo>
                    <a:pt x="5196954" y="914031"/>
                  </a:lnTo>
                  <a:lnTo>
                    <a:pt x="5236287" y="908950"/>
                  </a:lnTo>
                  <a:lnTo>
                    <a:pt x="5272925" y="893876"/>
                  </a:lnTo>
                  <a:lnTo>
                    <a:pt x="5304597" y="869484"/>
                  </a:lnTo>
                  <a:lnTo>
                    <a:pt x="5328716" y="838072"/>
                  </a:lnTo>
                  <a:lnTo>
                    <a:pt x="5343866" y="801446"/>
                  </a:lnTo>
                  <a:lnTo>
                    <a:pt x="5347835" y="781983"/>
                  </a:lnTo>
                  <a:lnTo>
                    <a:pt x="5347906" y="781628"/>
                  </a:lnTo>
                  <a:lnTo>
                    <a:pt x="5349216" y="762114"/>
                  </a:lnTo>
                  <a:lnTo>
                    <a:pt x="5349240" y="761758"/>
                  </a:lnTo>
                  <a:lnTo>
                    <a:pt x="5348884" y="152272"/>
                  </a:lnTo>
                  <a:lnTo>
                    <a:pt x="5343796" y="112945"/>
                  </a:lnTo>
                  <a:lnTo>
                    <a:pt x="5328716" y="76314"/>
                  </a:lnTo>
                  <a:lnTo>
                    <a:pt x="5304331" y="44635"/>
                  </a:lnTo>
                  <a:lnTo>
                    <a:pt x="5272925" y="20510"/>
                  </a:lnTo>
                  <a:lnTo>
                    <a:pt x="5235976" y="5264"/>
                  </a:lnTo>
                  <a:lnTo>
                    <a:pt x="5216474" y="1333"/>
                  </a:lnTo>
                  <a:lnTo>
                    <a:pt x="5196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0079" y="1234084"/>
              <a:ext cx="5349240" cy="914400"/>
            </a:xfrm>
            <a:custGeom>
              <a:avLst/>
              <a:gdLst/>
              <a:ahLst/>
              <a:cxnLst/>
              <a:rect l="l" t="t" r="r" b="b"/>
              <a:pathLst>
                <a:path w="5349240" h="914400">
                  <a:moveTo>
                    <a:pt x="0" y="152272"/>
                  </a:moveTo>
                  <a:lnTo>
                    <a:pt x="1333" y="132403"/>
                  </a:lnTo>
                  <a:lnTo>
                    <a:pt x="5265" y="112901"/>
                  </a:lnTo>
                  <a:lnTo>
                    <a:pt x="20523" y="75958"/>
                  </a:lnTo>
                  <a:lnTo>
                    <a:pt x="44642" y="44546"/>
                  </a:lnTo>
                  <a:lnTo>
                    <a:pt x="76314" y="20154"/>
                  </a:lnTo>
                  <a:lnTo>
                    <a:pt x="112952" y="5081"/>
                  </a:lnTo>
                  <a:lnTo>
                    <a:pt x="152285" y="0"/>
                  </a:lnTo>
                  <a:lnTo>
                    <a:pt x="5196598" y="0"/>
                  </a:lnTo>
                  <a:lnTo>
                    <a:pt x="5235976" y="5264"/>
                  </a:lnTo>
                  <a:lnTo>
                    <a:pt x="5272925" y="20510"/>
                  </a:lnTo>
                  <a:lnTo>
                    <a:pt x="5304331" y="44635"/>
                  </a:lnTo>
                  <a:lnTo>
                    <a:pt x="5328716" y="76314"/>
                  </a:lnTo>
                  <a:lnTo>
                    <a:pt x="5343796" y="112945"/>
                  </a:lnTo>
                  <a:lnTo>
                    <a:pt x="5348884" y="152272"/>
                  </a:lnTo>
                  <a:lnTo>
                    <a:pt x="5349240" y="761758"/>
                  </a:lnTo>
                  <a:lnTo>
                    <a:pt x="5347906" y="781628"/>
                  </a:lnTo>
                  <a:lnTo>
                    <a:pt x="5343974" y="801130"/>
                  </a:lnTo>
                  <a:lnTo>
                    <a:pt x="5328716" y="838072"/>
                  </a:lnTo>
                  <a:lnTo>
                    <a:pt x="5304597" y="869484"/>
                  </a:lnTo>
                  <a:lnTo>
                    <a:pt x="5272925" y="893876"/>
                  </a:lnTo>
                  <a:lnTo>
                    <a:pt x="5236287" y="908950"/>
                  </a:lnTo>
                  <a:lnTo>
                    <a:pt x="5196954" y="914031"/>
                  </a:lnTo>
                  <a:lnTo>
                    <a:pt x="152285" y="914400"/>
                  </a:lnTo>
                  <a:lnTo>
                    <a:pt x="112907" y="909134"/>
                  </a:lnTo>
                  <a:lnTo>
                    <a:pt x="75958" y="893876"/>
                  </a:lnTo>
                  <a:lnTo>
                    <a:pt x="44551" y="869756"/>
                  </a:lnTo>
                  <a:lnTo>
                    <a:pt x="20154" y="838072"/>
                  </a:lnTo>
                  <a:lnTo>
                    <a:pt x="5086" y="801446"/>
                  </a:lnTo>
                  <a:lnTo>
                    <a:pt x="0" y="762114"/>
                  </a:lnTo>
                  <a:lnTo>
                    <a:pt x="0" y="152272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083" y="1212469"/>
              <a:ext cx="152996" cy="100296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9724" y="1234084"/>
              <a:ext cx="64135" cy="914400"/>
            </a:xfrm>
            <a:custGeom>
              <a:avLst/>
              <a:gdLst/>
              <a:ahLst/>
              <a:cxnLst/>
              <a:rect l="l" t="t" r="r" b="b"/>
              <a:pathLst>
                <a:path w="64134" h="914400">
                  <a:moveTo>
                    <a:pt x="63715" y="0"/>
                  </a:moveTo>
                  <a:lnTo>
                    <a:pt x="0" y="0"/>
                  </a:lnTo>
                  <a:lnTo>
                    <a:pt x="0" y="914031"/>
                  </a:lnTo>
                  <a:lnTo>
                    <a:pt x="32029" y="914031"/>
                  </a:lnTo>
                  <a:lnTo>
                    <a:pt x="63715" y="91403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9724" y="1234084"/>
              <a:ext cx="64135" cy="914400"/>
            </a:xfrm>
            <a:custGeom>
              <a:avLst/>
              <a:gdLst/>
              <a:ahLst/>
              <a:cxnLst/>
              <a:rect l="l" t="t" r="r" b="b"/>
              <a:pathLst>
                <a:path w="64134" h="914400">
                  <a:moveTo>
                    <a:pt x="32029" y="914031"/>
                  </a:moveTo>
                  <a:lnTo>
                    <a:pt x="0" y="91403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914031"/>
                  </a:lnTo>
                  <a:lnTo>
                    <a:pt x="32029" y="914031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64616" y="1404264"/>
            <a:ext cx="4534535" cy="644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95" dirty="0">
                <a:solidFill>
                  <a:srgbClr val="122A49"/>
                </a:solidFill>
                <a:latin typeface="Arial Black"/>
                <a:cs typeface="Arial Black"/>
              </a:rPr>
              <a:t>Mattress</a:t>
            </a:r>
            <a:r>
              <a:rPr sz="1600" spc="-10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204" dirty="0">
                <a:solidFill>
                  <a:srgbClr val="122A49"/>
                </a:solidFill>
                <a:latin typeface="Arial Black"/>
                <a:cs typeface="Arial Black"/>
              </a:rPr>
              <a:t>/</a:t>
            </a:r>
            <a:r>
              <a:rPr sz="1600" spc="-9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10" dirty="0">
                <a:solidFill>
                  <a:srgbClr val="122A49"/>
                </a:solidFill>
                <a:latin typeface="Arial Black"/>
                <a:cs typeface="Arial Black"/>
              </a:rPr>
              <a:t>cradle</a:t>
            </a:r>
            <a:r>
              <a:rPr sz="1600" spc="-10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sensing</a:t>
            </a:r>
            <a:endParaRPr sz="1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Low-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cost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pressure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/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piezoelectric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sensing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+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ESP32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concept.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172923" y="1212469"/>
            <a:ext cx="5439410" cy="1003935"/>
            <a:chOff x="6172923" y="1212469"/>
            <a:chExt cx="5439410" cy="1003935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3279" y="1212469"/>
              <a:ext cx="5438521" cy="1003325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217920" y="1234084"/>
              <a:ext cx="5349240" cy="914400"/>
            </a:xfrm>
            <a:custGeom>
              <a:avLst/>
              <a:gdLst/>
              <a:ahLst/>
              <a:cxnLst/>
              <a:rect l="l" t="t" r="r" b="b"/>
              <a:pathLst>
                <a:path w="5349240" h="914400">
                  <a:moveTo>
                    <a:pt x="5196598" y="0"/>
                  </a:moveTo>
                  <a:lnTo>
                    <a:pt x="152285" y="0"/>
                  </a:lnTo>
                  <a:lnTo>
                    <a:pt x="131522" y="1333"/>
                  </a:lnTo>
                  <a:lnTo>
                    <a:pt x="132122" y="1333"/>
                  </a:lnTo>
                  <a:lnTo>
                    <a:pt x="112952" y="5081"/>
                  </a:lnTo>
                  <a:lnTo>
                    <a:pt x="76314" y="20154"/>
                  </a:lnTo>
                  <a:lnTo>
                    <a:pt x="44564" y="44635"/>
                  </a:lnTo>
                  <a:lnTo>
                    <a:pt x="20523" y="75958"/>
                  </a:lnTo>
                  <a:lnTo>
                    <a:pt x="5256" y="112945"/>
                  </a:lnTo>
                  <a:lnTo>
                    <a:pt x="0" y="152272"/>
                  </a:lnTo>
                  <a:lnTo>
                    <a:pt x="0" y="762114"/>
                  </a:lnTo>
                  <a:lnTo>
                    <a:pt x="5024" y="801130"/>
                  </a:lnTo>
                  <a:lnTo>
                    <a:pt x="20154" y="838072"/>
                  </a:lnTo>
                  <a:lnTo>
                    <a:pt x="44551" y="869756"/>
                  </a:lnTo>
                  <a:lnTo>
                    <a:pt x="75958" y="893876"/>
                  </a:lnTo>
                  <a:lnTo>
                    <a:pt x="112907" y="909134"/>
                  </a:lnTo>
                  <a:lnTo>
                    <a:pt x="152285" y="914400"/>
                  </a:lnTo>
                  <a:lnTo>
                    <a:pt x="5196954" y="914031"/>
                  </a:lnTo>
                  <a:lnTo>
                    <a:pt x="5236287" y="908950"/>
                  </a:lnTo>
                  <a:lnTo>
                    <a:pt x="5272925" y="893876"/>
                  </a:lnTo>
                  <a:lnTo>
                    <a:pt x="5304597" y="869484"/>
                  </a:lnTo>
                  <a:lnTo>
                    <a:pt x="5328716" y="838072"/>
                  </a:lnTo>
                  <a:lnTo>
                    <a:pt x="5343866" y="801446"/>
                  </a:lnTo>
                  <a:lnTo>
                    <a:pt x="5343974" y="801130"/>
                  </a:lnTo>
                  <a:lnTo>
                    <a:pt x="5347835" y="781983"/>
                  </a:lnTo>
                  <a:lnTo>
                    <a:pt x="5347906" y="781628"/>
                  </a:lnTo>
                  <a:lnTo>
                    <a:pt x="5349216" y="762114"/>
                  </a:lnTo>
                  <a:lnTo>
                    <a:pt x="5348884" y="152272"/>
                  </a:lnTo>
                  <a:lnTo>
                    <a:pt x="5343796" y="112945"/>
                  </a:lnTo>
                  <a:lnTo>
                    <a:pt x="5328716" y="76314"/>
                  </a:lnTo>
                  <a:lnTo>
                    <a:pt x="5304331" y="44635"/>
                  </a:lnTo>
                  <a:lnTo>
                    <a:pt x="5272925" y="20510"/>
                  </a:lnTo>
                  <a:lnTo>
                    <a:pt x="5235976" y="5264"/>
                  </a:lnTo>
                  <a:lnTo>
                    <a:pt x="5216474" y="1333"/>
                  </a:lnTo>
                  <a:lnTo>
                    <a:pt x="5196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17920" y="1234084"/>
              <a:ext cx="5349240" cy="914400"/>
            </a:xfrm>
            <a:custGeom>
              <a:avLst/>
              <a:gdLst/>
              <a:ahLst/>
              <a:cxnLst/>
              <a:rect l="l" t="t" r="r" b="b"/>
              <a:pathLst>
                <a:path w="5349240" h="914400">
                  <a:moveTo>
                    <a:pt x="0" y="152272"/>
                  </a:moveTo>
                  <a:lnTo>
                    <a:pt x="1333" y="132403"/>
                  </a:lnTo>
                  <a:lnTo>
                    <a:pt x="5265" y="112901"/>
                  </a:lnTo>
                  <a:lnTo>
                    <a:pt x="20523" y="75958"/>
                  </a:lnTo>
                  <a:lnTo>
                    <a:pt x="44642" y="44546"/>
                  </a:lnTo>
                  <a:lnTo>
                    <a:pt x="76314" y="20154"/>
                  </a:lnTo>
                  <a:lnTo>
                    <a:pt x="112952" y="5081"/>
                  </a:lnTo>
                  <a:lnTo>
                    <a:pt x="152285" y="0"/>
                  </a:lnTo>
                  <a:lnTo>
                    <a:pt x="5196598" y="0"/>
                  </a:lnTo>
                  <a:lnTo>
                    <a:pt x="5235976" y="5264"/>
                  </a:lnTo>
                  <a:lnTo>
                    <a:pt x="5272925" y="20510"/>
                  </a:lnTo>
                  <a:lnTo>
                    <a:pt x="5304331" y="44635"/>
                  </a:lnTo>
                  <a:lnTo>
                    <a:pt x="5328716" y="76314"/>
                  </a:lnTo>
                  <a:lnTo>
                    <a:pt x="5343796" y="112945"/>
                  </a:lnTo>
                  <a:lnTo>
                    <a:pt x="5348884" y="152272"/>
                  </a:lnTo>
                  <a:lnTo>
                    <a:pt x="5349239" y="761758"/>
                  </a:lnTo>
                  <a:lnTo>
                    <a:pt x="5347906" y="781628"/>
                  </a:lnTo>
                  <a:lnTo>
                    <a:pt x="5343974" y="801130"/>
                  </a:lnTo>
                  <a:lnTo>
                    <a:pt x="5328716" y="838072"/>
                  </a:lnTo>
                  <a:lnTo>
                    <a:pt x="5304597" y="869484"/>
                  </a:lnTo>
                  <a:lnTo>
                    <a:pt x="5272925" y="893876"/>
                  </a:lnTo>
                  <a:lnTo>
                    <a:pt x="5236287" y="908950"/>
                  </a:lnTo>
                  <a:lnTo>
                    <a:pt x="5196954" y="914031"/>
                  </a:lnTo>
                  <a:lnTo>
                    <a:pt x="152285" y="914400"/>
                  </a:lnTo>
                  <a:lnTo>
                    <a:pt x="112907" y="909134"/>
                  </a:lnTo>
                  <a:lnTo>
                    <a:pt x="75958" y="893876"/>
                  </a:lnTo>
                  <a:lnTo>
                    <a:pt x="44551" y="869756"/>
                  </a:lnTo>
                  <a:lnTo>
                    <a:pt x="20154" y="838072"/>
                  </a:lnTo>
                  <a:lnTo>
                    <a:pt x="5086" y="801446"/>
                  </a:lnTo>
                  <a:lnTo>
                    <a:pt x="0" y="762114"/>
                  </a:lnTo>
                  <a:lnTo>
                    <a:pt x="0" y="152272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2923" y="1212469"/>
              <a:ext cx="152996" cy="1002969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217564" y="1234084"/>
              <a:ext cx="64135" cy="914400"/>
            </a:xfrm>
            <a:custGeom>
              <a:avLst/>
              <a:gdLst/>
              <a:ahLst/>
              <a:cxnLst/>
              <a:rect l="l" t="t" r="r" b="b"/>
              <a:pathLst>
                <a:path w="64135" h="914400">
                  <a:moveTo>
                    <a:pt x="63715" y="0"/>
                  </a:moveTo>
                  <a:lnTo>
                    <a:pt x="0" y="0"/>
                  </a:lnTo>
                  <a:lnTo>
                    <a:pt x="0" y="914031"/>
                  </a:lnTo>
                  <a:lnTo>
                    <a:pt x="32029" y="914031"/>
                  </a:lnTo>
                  <a:lnTo>
                    <a:pt x="63715" y="914031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217564" y="1234084"/>
              <a:ext cx="64135" cy="914400"/>
            </a:xfrm>
            <a:custGeom>
              <a:avLst/>
              <a:gdLst/>
              <a:ahLst/>
              <a:cxnLst/>
              <a:rect l="l" t="t" r="r" b="b"/>
              <a:pathLst>
                <a:path w="64135" h="914400">
                  <a:moveTo>
                    <a:pt x="32029" y="914031"/>
                  </a:moveTo>
                  <a:lnTo>
                    <a:pt x="0" y="914031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914031"/>
                  </a:lnTo>
                  <a:lnTo>
                    <a:pt x="32029" y="914031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442455" y="1404264"/>
            <a:ext cx="4679950" cy="843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5" dirty="0">
                <a:solidFill>
                  <a:srgbClr val="122A49"/>
                </a:solidFill>
                <a:latin typeface="Arial Black"/>
                <a:cs typeface="Arial Black"/>
              </a:rPr>
              <a:t>Wi-</a:t>
            </a:r>
            <a:r>
              <a:rPr sz="1600" spc="-125" dirty="0">
                <a:solidFill>
                  <a:srgbClr val="122A49"/>
                </a:solidFill>
                <a:latin typeface="Arial Black"/>
                <a:cs typeface="Arial Black"/>
              </a:rPr>
              <a:t>Fi</a:t>
            </a:r>
            <a:r>
              <a:rPr sz="1600" spc="-11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80" dirty="0">
                <a:solidFill>
                  <a:srgbClr val="122A49"/>
                </a:solidFill>
                <a:latin typeface="Arial Black"/>
                <a:cs typeface="Arial Black"/>
              </a:rPr>
              <a:t>CSI</a:t>
            </a:r>
            <a:r>
              <a:rPr sz="1600" spc="-11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monitoring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400"/>
              </a:spcBef>
            </a:pP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Use</a:t>
            </a:r>
            <a:r>
              <a:rPr sz="13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channel-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state</a:t>
            </a:r>
            <a:r>
              <a:rPr sz="13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information</a:t>
            </a:r>
            <a:r>
              <a:rPr sz="13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to</a:t>
            </a:r>
            <a:r>
              <a:rPr sz="13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investigate</a:t>
            </a:r>
            <a:r>
              <a:rPr sz="13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movement</a:t>
            </a:r>
            <a:r>
              <a:rPr sz="13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and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breathing-related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patterns.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32243" y="2401189"/>
            <a:ext cx="1276350" cy="729615"/>
            <a:chOff x="732243" y="2401189"/>
            <a:chExt cx="1276350" cy="72961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2243" y="2401189"/>
              <a:ext cx="1275842" cy="7290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76884" y="2422804"/>
              <a:ext cx="1186815" cy="640080"/>
            </a:xfrm>
            <a:custGeom>
              <a:avLst/>
              <a:gdLst/>
              <a:ahLst/>
              <a:cxnLst/>
              <a:rect l="l" t="t" r="r" b="b"/>
              <a:pathLst>
                <a:path w="1186814" h="640080">
                  <a:moveTo>
                    <a:pt x="1079639" y="0"/>
                  </a:moveTo>
                  <a:lnTo>
                    <a:pt x="106553" y="0"/>
                  </a:lnTo>
                  <a:lnTo>
                    <a:pt x="91694" y="934"/>
                  </a:lnTo>
                  <a:lnTo>
                    <a:pt x="92311" y="934"/>
                  </a:lnTo>
                  <a:lnTo>
                    <a:pt x="78971" y="3506"/>
                  </a:lnTo>
                  <a:lnTo>
                    <a:pt x="41681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4" y="547101"/>
                  </a:lnTo>
                  <a:lnTo>
                    <a:pt x="876" y="547459"/>
                  </a:lnTo>
                  <a:lnTo>
                    <a:pt x="3437" y="560739"/>
                  </a:lnTo>
                  <a:lnTo>
                    <a:pt x="3506" y="561100"/>
                  </a:lnTo>
                  <a:lnTo>
                    <a:pt x="7771" y="573906"/>
                  </a:lnTo>
                  <a:lnTo>
                    <a:pt x="31088" y="608801"/>
                  </a:lnTo>
                  <a:lnTo>
                    <a:pt x="65805" y="631877"/>
                  </a:lnTo>
                  <a:lnTo>
                    <a:pt x="106553" y="640080"/>
                  </a:lnTo>
                  <a:lnTo>
                    <a:pt x="1079995" y="639711"/>
                  </a:lnTo>
                  <a:lnTo>
                    <a:pt x="1120575" y="631877"/>
                  </a:lnTo>
                  <a:lnTo>
                    <a:pt x="1155282" y="608623"/>
                  </a:lnTo>
                  <a:lnTo>
                    <a:pt x="1178358" y="573906"/>
                  </a:lnTo>
                  <a:lnTo>
                    <a:pt x="1182746" y="561100"/>
                  </a:lnTo>
                  <a:lnTo>
                    <a:pt x="1182870" y="560739"/>
                  </a:lnTo>
                  <a:lnTo>
                    <a:pt x="1185554" y="547459"/>
                  </a:lnTo>
                  <a:lnTo>
                    <a:pt x="1185626" y="547101"/>
                  </a:lnTo>
                  <a:lnTo>
                    <a:pt x="1186537" y="533514"/>
                  </a:lnTo>
                  <a:lnTo>
                    <a:pt x="1186561" y="533158"/>
                  </a:lnTo>
                  <a:lnTo>
                    <a:pt x="1186192" y="106552"/>
                  </a:lnTo>
                  <a:lnTo>
                    <a:pt x="1178300" y="65805"/>
                  </a:lnTo>
                  <a:lnTo>
                    <a:pt x="1155104" y="31272"/>
                  </a:lnTo>
                  <a:lnTo>
                    <a:pt x="1120387" y="8202"/>
                  </a:lnTo>
                  <a:lnTo>
                    <a:pt x="1093582" y="934"/>
                  </a:lnTo>
                  <a:lnTo>
                    <a:pt x="1079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6884" y="2422804"/>
              <a:ext cx="1186815" cy="640080"/>
            </a:xfrm>
            <a:custGeom>
              <a:avLst/>
              <a:gdLst/>
              <a:ahLst/>
              <a:cxnLst/>
              <a:rect l="l" t="t" r="r" b="b"/>
              <a:pathLst>
                <a:path w="1186814" h="640080">
                  <a:moveTo>
                    <a:pt x="0" y="106552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5" y="41624"/>
                  </a:lnTo>
                  <a:lnTo>
                    <a:pt x="53276" y="14033"/>
                  </a:lnTo>
                  <a:lnTo>
                    <a:pt x="92609" y="876"/>
                  </a:lnTo>
                  <a:lnTo>
                    <a:pt x="106553" y="0"/>
                  </a:lnTo>
                  <a:lnTo>
                    <a:pt x="1079639" y="0"/>
                  </a:lnTo>
                  <a:lnTo>
                    <a:pt x="1120387" y="8202"/>
                  </a:lnTo>
                  <a:lnTo>
                    <a:pt x="1155104" y="31272"/>
                  </a:lnTo>
                  <a:lnTo>
                    <a:pt x="1178300" y="65805"/>
                  </a:lnTo>
                  <a:lnTo>
                    <a:pt x="1186192" y="106552"/>
                  </a:lnTo>
                  <a:lnTo>
                    <a:pt x="1186561" y="533158"/>
                  </a:lnTo>
                  <a:lnTo>
                    <a:pt x="1185626" y="547101"/>
                  </a:lnTo>
                  <a:lnTo>
                    <a:pt x="1182870" y="560739"/>
                  </a:lnTo>
                  <a:lnTo>
                    <a:pt x="1164413" y="598087"/>
                  </a:lnTo>
                  <a:lnTo>
                    <a:pt x="1133271" y="625678"/>
                  </a:lnTo>
                  <a:lnTo>
                    <a:pt x="1093940" y="638835"/>
                  </a:lnTo>
                  <a:lnTo>
                    <a:pt x="106553" y="640080"/>
                  </a:lnTo>
                  <a:lnTo>
                    <a:pt x="65805" y="631877"/>
                  </a:lnTo>
                  <a:lnTo>
                    <a:pt x="31088" y="608801"/>
                  </a:lnTo>
                  <a:lnTo>
                    <a:pt x="789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38060" y="2672549"/>
            <a:ext cx="864869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80" dirty="0">
                <a:solidFill>
                  <a:srgbClr val="122A49"/>
                </a:solidFill>
                <a:latin typeface="Arial Black"/>
                <a:cs typeface="Arial Black"/>
              </a:rPr>
              <a:t>Sensor</a:t>
            </a:r>
            <a:r>
              <a:rPr sz="1000" spc="-4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000" spc="-40" dirty="0">
                <a:solidFill>
                  <a:srgbClr val="122A49"/>
                </a:solidFill>
                <a:latin typeface="Arial Black"/>
                <a:cs typeface="Arial Black"/>
              </a:rPr>
              <a:t>signal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87816" y="25933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028240" y="2401189"/>
            <a:ext cx="1276350" cy="729615"/>
            <a:chOff x="2028240" y="2401189"/>
            <a:chExt cx="1276350" cy="729615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8240" y="2401189"/>
              <a:ext cx="1275841" cy="72900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072881" y="2422804"/>
              <a:ext cx="1186815" cy="640080"/>
            </a:xfrm>
            <a:custGeom>
              <a:avLst/>
              <a:gdLst/>
              <a:ahLst/>
              <a:cxnLst/>
              <a:rect l="l" t="t" r="r" b="b"/>
              <a:pathLst>
                <a:path w="1186814" h="640080">
                  <a:moveTo>
                    <a:pt x="1079639" y="0"/>
                  </a:moveTo>
                  <a:lnTo>
                    <a:pt x="106553" y="0"/>
                  </a:lnTo>
                  <a:lnTo>
                    <a:pt x="91694" y="934"/>
                  </a:lnTo>
                  <a:lnTo>
                    <a:pt x="92311" y="934"/>
                  </a:lnTo>
                  <a:lnTo>
                    <a:pt x="78971" y="3506"/>
                  </a:lnTo>
                  <a:lnTo>
                    <a:pt x="41687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4" y="547101"/>
                  </a:lnTo>
                  <a:lnTo>
                    <a:pt x="876" y="547459"/>
                  </a:lnTo>
                  <a:lnTo>
                    <a:pt x="3437" y="560739"/>
                  </a:lnTo>
                  <a:lnTo>
                    <a:pt x="3506" y="561100"/>
                  </a:lnTo>
                  <a:lnTo>
                    <a:pt x="7771" y="573906"/>
                  </a:lnTo>
                  <a:lnTo>
                    <a:pt x="7892" y="574267"/>
                  </a:lnTo>
                  <a:lnTo>
                    <a:pt x="14033" y="586790"/>
                  </a:lnTo>
                  <a:lnTo>
                    <a:pt x="41629" y="617932"/>
                  </a:lnTo>
                  <a:lnTo>
                    <a:pt x="78971" y="636389"/>
                  </a:lnTo>
                  <a:lnTo>
                    <a:pt x="106553" y="640080"/>
                  </a:lnTo>
                  <a:lnTo>
                    <a:pt x="1079995" y="639711"/>
                  </a:lnTo>
                  <a:lnTo>
                    <a:pt x="1120581" y="631877"/>
                  </a:lnTo>
                  <a:lnTo>
                    <a:pt x="1155284" y="608623"/>
                  </a:lnTo>
                  <a:lnTo>
                    <a:pt x="1178358" y="573906"/>
                  </a:lnTo>
                  <a:lnTo>
                    <a:pt x="1182746" y="561100"/>
                  </a:lnTo>
                  <a:lnTo>
                    <a:pt x="1182870" y="560739"/>
                  </a:lnTo>
                  <a:lnTo>
                    <a:pt x="1185554" y="547459"/>
                  </a:lnTo>
                  <a:lnTo>
                    <a:pt x="1185626" y="547101"/>
                  </a:lnTo>
                  <a:lnTo>
                    <a:pt x="1186537" y="533514"/>
                  </a:lnTo>
                  <a:lnTo>
                    <a:pt x="1186561" y="533158"/>
                  </a:lnTo>
                  <a:lnTo>
                    <a:pt x="1186192" y="106552"/>
                  </a:lnTo>
                  <a:lnTo>
                    <a:pt x="1178300" y="65805"/>
                  </a:lnTo>
                  <a:lnTo>
                    <a:pt x="1155104" y="31272"/>
                  </a:lnTo>
                  <a:lnTo>
                    <a:pt x="1120393" y="8202"/>
                  </a:lnTo>
                  <a:lnTo>
                    <a:pt x="1093584" y="934"/>
                  </a:lnTo>
                  <a:lnTo>
                    <a:pt x="1079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72881" y="2422804"/>
              <a:ext cx="1186815" cy="640080"/>
            </a:xfrm>
            <a:custGeom>
              <a:avLst/>
              <a:gdLst/>
              <a:ahLst/>
              <a:cxnLst/>
              <a:rect l="l" t="t" r="r" b="b"/>
              <a:pathLst>
                <a:path w="1186814" h="640080">
                  <a:moveTo>
                    <a:pt x="0" y="106552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7" y="41624"/>
                  </a:lnTo>
                  <a:lnTo>
                    <a:pt x="53276" y="14033"/>
                  </a:lnTo>
                  <a:lnTo>
                    <a:pt x="92609" y="876"/>
                  </a:lnTo>
                  <a:lnTo>
                    <a:pt x="106553" y="0"/>
                  </a:lnTo>
                  <a:lnTo>
                    <a:pt x="1079639" y="0"/>
                  </a:lnTo>
                  <a:lnTo>
                    <a:pt x="1120393" y="8202"/>
                  </a:lnTo>
                  <a:lnTo>
                    <a:pt x="1155104" y="31272"/>
                  </a:lnTo>
                  <a:lnTo>
                    <a:pt x="1178300" y="65805"/>
                  </a:lnTo>
                  <a:lnTo>
                    <a:pt x="1186192" y="106552"/>
                  </a:lnTo>
                  <a:lnTo>
                    <a:pt x="1186561" y="533158"/>
                  </a:lnTo>
                  <a:lnTo>
                    <a:pt x="1185626" y="547101"/>
                  </a:lnTo>
                  <a:lnTo>
                    <a:pt x="1182870" y="560739"/>
                  </a:lnTo>
                  <a:lnTo>
                    <a:pt x="1164413" y="598087"/>
                  </a:lnTo>
                  <a:lnTo>
                    <a:pt x="1133284" y="625678"/>
                  </a:lnTo>
                  <a:lnTo>
                    <a:pt x="1093940" y="638835"/>
                  </a:lnTo>
                  <a:lnTo>
                    <a:pt x="106553" y="640080"/>
                  </a:lnTo>
                  <a:lnTo>
                    <a:pt x="65805" y="631877"/>
                  </a:lnTo>
                  <a:lnTo>
                    <a:pt x="31092" y="608801"/>
                  </a:lnTo>
                  <a:lnTo>
                    <a:pt x="789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309660" y="2672549"/>
            <a:ext cx="7143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75" dirty="0">
                <a:solidFill>
                  <a:srgbClr val="122A49"/>
                </a:solidFill>
                <a:latin typeface="Arial Black"/>
                <a:cs typeface="Arial Black"/>
              </a:rPr>
              <a:t>Preprocess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83826" y="25933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324605" y="2401189"/>
            <a:ext cx="1276350" cy="729615"/>
            <a:chOff x="3324605" y="2401189"/>
            <a:chExt cx="1276350" cy="729615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4605" y="2401189"/>
              <a:ext cx="1275841" cy="72900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369233" y="2422804"/>
              <a:ext cx="1186815" cy="640080"/>
            </a:xfrm>
            <a:custGeom>
              <a:avLst/>
              <a:gdLst/>
              <a:ahLst/>
              <a:cxnLst/>
              <a:rect l="l" t="t" r="r" b="b"/>
              <a:pathLst>
                <a:path w="1186814" h="640080">
                  <a:moveTo>
                    <a:pt x="1079652" y="0"/>
                  </a:moveTo>
                  <a:lnTo>
                    <a:pt x="106565" y="0"/>
                  </a:lnTo>
                  <a:lnTo>
                    <a:pt x="91705" y="934"/>
                  </a:lnTo>
                  <a:lnTo>
                    <a:pt x="92322" y="934"/>
                  </a:lnTo>
                  <a:lnTo>
                    <a:pt x="78979" y="3506"/>
                  </a:lnTo>
                  <a:lnTo>
                    <a:pt x="41692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5" y="547101"/>
                  </a:lnTo>
                  <a:lnTo>
                    <a:pt x="878" y="547459"/>
                  </a:lnTo>
                  <a:lnTo>
                    <a:pt x="3443" y="560739"/>
                  </a:lnTo>
                  <a:lnTo>
                    <a:pt x="3513" y="561100"/>
                  </a:lnTo>
                  <a:lnTo>
                    <a:pt x="7782" y="573906"/>
                  </a:lnTo>
                  <a:lnTo>
                    <a:pt x="31100" y="608801"/>
                  </a:lnTo>
                  <a:lnTo>
                    <a:pt x="65812" y="631877"/>
                  </a:lnTo>
                  <a:lnTo>
                    <a:pt x="106565" y="640080"/>
                  </a:lnTo>
                  <a:lnTo>
                    <a:pt x="1080008" y="639711"/>
                  </a:lnTo>
                  <a:lnTo>
                    <a:pt x="1120588" y="631877"/>
                  </a:lnTo>
                  <a:lnTo>
                    <a:pt x="1155295" y="608623"/>
                  </a:lnTo>
                  <a:lnTo>
                    <a:pt x="1178368" y="573906"/>
                  </a:lnTo>
                  <a:lnTo>
                    <a:pt x="1186537" y="533514"/>
                  </a:lnTo>
                  <a:lnTo>
                    <a:pt x="1186561" y="533158"/>
                  </a:lnTo>
                  <a:lnTo>
                    <a:pt x="1186205" y="106552"/>
                  </a:lnTo>
                  <a:lnTo>
                    <a:pt x="1178313" y="65805"/>
                  </a:lnTo>
                  <a:lnTo>
                    <a:pt x="1155112" y="31272"/>
                  </a:lnTo>
                  <a:lnTo>
                    <a:pt x="1120400" y="8202"/>
                  </a:lnTo>
                  <a:lnTo>
                    <a:pt x="1093595" y="934"/>
                  </a:lnTo>
                  <a:lnTo>
                    <a:pt x="10796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69233" y="2422804"/>
              <a:ext cx="1186815" cy="640080"/>
            </a:xfrm>
            <a:custGeom>
              <a:avLst/>
              <a:gdLst/>
              <a:ahLst/>
              <a:cxnLst/>
              <a:rect l="l" t="t" r="r" b="b"/>
              <a:pathLst>
                <a:path w="1186814" h="640080">
                  <a:moveTo>
                    <a:pt x="0" y="106552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7" y="41624"/>
                  </a:lnTo>
                  <a:lnTo>
                    <a:pt x="53289" y="14033"/>
                  </a:lnTo>
                  <a:lnTo>
                    <a:pt x="92620" y="876"/>
                  </a:lnTo>
                  <a:lnTo>
                    <a:pt x="106565" y="0"/>
                  </a:lnTo>
                  <a:lnTo>
                    <a:pt x="1079652" y="0"/>
                  </a:lnTo>
                  <a:lnTo>
                    <a:pt x="1120400" y="8202"/>
                  </a:lnTo>
                  <a:lnTo>
                    <a:pt x="1155112" y="31272"/>
                  </a:lnTo>
                  <a:lnTo>
                    <a:pt x="1178313" y="65805"/>
                  </a:lnTo>
                  <a:lnTo>
                    <a:pt x="1186205" y="106552"/>
                  </a:lnTo>
                  <a:lnTo>
                    <a:pt x="1186561" y="533158"/>
                  </a:lnTo>
                  <a:lnTo>
                    <a:pt x="1185628" y="547101"/>
                  </a:lnTo>
                  <a:lnTo>
                    <a:pt x="1182876" y="560739"/>
                  </a:lnTo>
                  <a:lnTo>
                    <a:pt x="1164425" y="598087"/>
                  </a:lnTo>
                  <a:lnTo>
                    <a:pt x="1133284" y="625678"/>
                  </a:lnTo>
                  <a:lnTo>
                    <a:pt x="1093952" y="638835"/>
                  </a:lnTo>
                  <a:lnTo>
                    <a:pt x="106565" y="640080"/>
                  </a:lnTo>
                  <a:lnTo>
                    <a:pt x="65812" y="631877"/>
                  </a:lnTo>
                  <a:lnTo>
                    <a:pt x="31100" y="608801"/>
                  </a:lnTo>
                  <a:lnTo>
                    <a:pt x="790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582974" y="2501051"/>
            <a:ext cx="760095" cy="457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" marR="5080" indent="-126364">
              <a:lnSpc>
                <a:spcPct val="141700"/>
              </a:lnSpc>
              <a:spcBef>
                <a:spcPts val="100"/>
              </a:spcBef>
            </a:pPr>
            <a:r>
              <a:rPr sz="1000" spc="-60" dirty="0">
                <a:solidFill>
                  <a:srgbClr val="122A49"/>
                </a:solidFill>
                <a:latin typeface="Arial Black"/>
                <a:cs typeface="Arial Black"/>
              </a:rPr>
              <a:t>Respiratory </a:t>
            </a:r>
            <a:r>
              <a:rPr sz="1000" spc="-10" dirty="0">
                <a:solidFill>
                  <a:srgbClr val="122A49"/>
                </a:solidFill>
                <a:latin typeface="Arial Black"/>
                <a:cs typeface="Arial Black"/>
              </a:rPr>
              <a:t>pattern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80178" y="25933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620602" y="2401189"/>
            <a:ext cx="1276350" cy="729615"/>
            <a:chOff x="4620602" y="2401189"/>
            <a:chExt cx="1276350" cy="729615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20602" y="2401189"/>
              <a:ext cx="1275841" cy="72900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665243" y="2422804"/>
              <a:ext cx="1186815" cy="640080"/>
            </a:xfrm>
            <a:custGeom>
              <a:avLst/>
              <a:gdLst/>
              <a:ahLst/>
              <a:cxnLst/>
              <a:rect l="l" t="t" r="r" b="b"/>
              <a:pathLst>
                <a:path w="1186814" h="640080">
                  <a:moveTo>
                    <a:pt x="1079639" y="0"/>
                  </a:moveTo>
                  <a:lnTo>
                    <a:pt x="106553" y="0"/>
                  </a:lnTo>
                  <a:lnTo>
                    <a:pt x="91694" y="934"/>
                  </a:lnTo>
                  <a:lnTo>
                    <a:pt x="92311" y="934"/>
                  </a:lnTo>
                  <a:lnTo>
                    <a:pt x="78971" y="3506"/>
                  </a:lnTo>
                  <a:lnTo>
                    <a:pt x="41681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4" y="547101"/>
                  </a:lnTo>
                  <a:lnTo>
                    <a:pt x="876" y="547459"/>
                  </a:lnTo>
                  <a:lnTo>
                    <a:pt x="3437" y="560739"/>
                  </a:lnTo>
                  <a:lnTo>
                    <a:pt x="3506" y="561100"/>
                  </a:lnTo>
                  <a:lnTo>
                    <a:pt x="7771" y="573906"/>
                  </a:lnTo>
                  <a:lnTo>
                    <a:pt x="31088" y="608801"/>
                  </a:lnTo>
                  <a:lnTo>
                    <a:pt x="65805" y="631877"/>
                  </a:lnTo>
                  <a:lnTo>
                    <a:pt x="106553" y="640080"/>
                  </a:lnTo>
                  <a:lnTo>
                    <a:pt x="1079995" y="639711"/>
                  </a:lnTo>
                  <a:lnTo>
                    <a:pt x="1120575" y="631877"/>
                  </a:lnTo>
                  <a:lnTo>
                    <a:pt x="1155282" y="608623"/>
                  </a:lnTo>
                  <a:lnTo>
                    <a:pt x="1178358" y="573906"/>
                  </a:lnTo>
                  <a:lnTo>
                    <a:pt x="1182746" y="561100"/>
                  </a:lnTo>
                  <a:lnTo>
                    <a:pt x="1182870" y="560739"/>
                  </a:lnTo>
                  <a:lnTo>
                    <a:pt x="1185554" y="547459"/>
                  </a:lnTo>
                  <a:lnTo>
                    <a:pt x="1185626" y="547101"/>
                  </a:lnTo>
                  <a:lnTo>
                    <a:pt x="1186537" y="533514"/>
                  </a:lnTo>
                  <a:lnTo>
                    <a:pt x="1186561" y="533158"/>
                  </a:lnTo>
                  <a:lnTo>
                    <a:pt x="1186192" y="106552"/>
                  </a:lnTo>
                  <a:lnTo>
                    <a:pt x="1178300" y="65805"/>
                  </a:lnTo>
                  <a:lnTo>
                    <a:pt x="1155104" y="31272"/>
                  </a:lnTo>
                  <a:lnTo>
                    <a:pt x="1120387" y="8202"/>
                  </a:lnTo>
                  <a:lnTo>
                    <a:pt x="1093582" y="934"/>
                  </a:lnTo>
                  <a:lnTo>
                    <a:pt x="1079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65243" y="2422804"/>
              <a:ext cx="1186815" cy="640080"/>
            </a:xfrm>
            <a:custGeom>
              <a:avLst/>
              <a:gdLst/>
              <a:ahLst/>
              <a:cxnLst/>
              <a:rect l="l" t="t" r="r" b="b"/>
              <a:pathLst>
                <a:path w="1186814" h="640080">
                  <a:moveTo>
                    <a:pt x="0" y="106552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5" y="41624"/>
                  </a:lnTo>
                  <a:lnTo>
                    <a:pt x="53276" y="14033"/>
                  </a:lnTo>
                  <a:lnTo>
                    <a:pt x="92609" y="876"/>
                  </a:lnTo>
                  <a:lnTo>
                    <a:pt x="106553" y="0"/>
                  </a:lnTo>
                  <a:lnTo>
                    <a:pt x="1079639" y="0"/>
                  </a:lnTo>
                  <a:lnTo>
                    <a:pt x="1120387" y="8202"/>
                  </a:lnTo>
                  <a:lnTo>
                    <a:pt x="1155104" y="31272"/>
                  </a:lnTo>
                  <a:lnTo>
                    <a:pt x="1178300" y="65805"/>
                  </a:lnTo>
                  <a:lnTo>
                    <a:pt x="1186192" y="106552"/>
                  </a:lnTo>
                  <a:lnTo>
                    <a:pt x="1186561" y="533158"/>
                  </a:lnTo>
                  <a:lnTo>
                    <a:pt x="1185626" y="547101"/>
                  </a:lnTo>
                  <a:lnTo>
                    <a:pt x="1182870" y="560739"/>
                  </a:lnTo>
                  <a:lnTo>
                    <a:pt x="1164413" y="598087"/>
                  </a:lnTo>
                  <a:lnTo>
                    <a:pt x="1133271" y="625678"/>
                  </a:lnTo>
                  <a:lnTo>
                    <a:pt x="1093940" y="638835"/>
                  </a:lnTo>
                  <a:lnTo>
                    <a:pt x="106553" y="640080"/>
                  </a:lnTo>
                  <a:lnTo>
                    <a:pt x="65805" y="631877"/>
                  </a:lnTo>
                  <a:lnTo>
                    <a:pt x="31088" y="608801"/>
                  </a:lnTo>
                  <a:lnTo>
                    <a:pt x="789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927574" y="2501051"/>
            <a:ext cx="662305" cy="457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0">
              <a:lnSpc>
                <a:spcPct val="141700"/>
              </a:lnSpc>
              <a:spcBef>
                <a:spcPts val="100"/>
              </a:spcBef>
            </a:pPr>
            <a:r>
              <a:rPr sz="1000" spc="-10" dirty="0">
                <a:solidFill>
                  <a:srgbClr val="122A49"/>
                </a:solidFill>
                <a:latin typeface="Arial Black"/>
                <a:cs typeface="Arial Black"/>
              </a:rPr>
              <a:t>Anomaly </a:t>
            </a:r>
            <a:r>
              <a:rPr sz="1000" spc="-55" dirty="0">
                <a:solidFill>
                  <a:srgbClr val="122A49"/>
                </a:solidFill>
                <a:latin typeface="Arial Black"/>
                <a:cs typeface="Arial Black"/>
              </a:rPr>
              <a:t>indication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310083" y="2401189"/>
            <a:ext cx="1276350" cy="729615"/>
            <a:chOff x="6310083" y="2401189"/>
            <a:chExt cx="1276350" cy="729615"/>
          </a:xfrm>
        </p:grpSpPr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10083" y="2401189"/>
              <a:ext cx="1275841" cy="729005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354724" y="2422804"/>
              <a:ext cx="1186815" cy="640080"/>
            </a:xfrm>
            <a:custGeom>
              <a:avLst/>
              <a:gdLst/>
              <a:ahLst/>
              <a:cxnLst/>
              <a:rect l="l" t="t" r="r" b="b"/>
              <a:pathLst>
                <a:path w="1186815" h="640080">
                  <a:moveTo>
                    <a:pt x="1079639" y="0"/>
                  </a:moveTo>
                  <a:lnTo>
                    <a:pt x="106552" y="0"/>
                  </a:lnTo>
                  <a:lnTo>
                    <a:pt x="91694" y="934"/>
                  </a:lnTo>
                  <a:lnTo>
                    <a:pt x="92311" y="934"/>
                  </a:lnTo>
                  <a:lnTo>
                    <a:pt x="78971" y="3506"/>
                  </a:lnTo>
                  <a:lnTo>
                    <a:pt x="41681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4" y="547101"/>
                  </a:lnTo>
                  <a:lnTo>
                    <a:pt x="876" y="547459"/>
                  </a:lnTo>
                  <a:lnTo>
                    <a:pt x="3437" y="560739"/>
                  </a:lnTo>
                  <a:lnTo>
                    <a:pt x="3506" y="561100"/>
                  </a:lnTo>
                  <a:lnTo>
                    <a:pt x="7771" y="573906"/>
                  </a:lnTo>
                  <a:lnTo>
                    <a:pt x="31088" y="608801"/>
                  </a:lnTo>
                  <a:lnTo>
                    <a:pt x="65805" y="631877"/>
                  </a:lnTo>
                  <a:lnTo>
                    <a:pt x="106552" y="640080"/>
                  </a:lnTo>
                  <a:lnTo>
                    <a:pt x="1079995" y="639711"/>
                  </a:lnTo>
                  <a:lnTo>
                    <a:pt x="1120575" y="631877"/>
                  </a:lnTo>
                  <a:lnTo>
                    <a:pt x="1155282" y="608623"/>
                  </a:lnTo>
                  <a:lnTo>
                    <a:pt x="1178358" y="573906"/>
                  </a:lnTo>
                  <a:lnTo>
                    <a:pt x="1182746" y="561100"/>
                  </a:lnTo>
                  <a:lnTo>
                    <a:pt x="1182870" y="560739"/>
                  </a:lnTo>
                  <a:lnTo>
                    <a:pt x="1185554" y="547459"/>
                  </a:lnTo>
                  <a:lnTo>
                    <a:pt x="1185626" y="547101"/>
                  </a:lnTo>
                  <a:lnTo>
                    <a:pt x="1186537" y="533514"/>
                  </a:lnTo>
                  <a:lnTo>
                    <a:pt x="1186561" y="533158"/>
                  </a:lnTo>
                  <a:lnTo>
                    <a:pt x="1186192" y="106552"/>
                  </a:lnTo>
                  <a:lnTo>
                    <a:pt x="1178300" y="65805"/>
                  </a:lnTo>
                  <a:lnTo>
                    <a:pt x="1155104" y="31272"/>
                  </a:lnTo>
                  <a:lnTo>
                    <a:pt x="1120387" y="8202"/>
                  </a:lnTo>
                  <a:lnTo>
                    <a:pt x="1093582" y="934"/>
                  </a:lnTo>
                  <a:lnTo>
                    <a:pt x="1079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4724" y="2422804"/>
              <a:ext cx="1186815" cy="640080"/>
            </a:xfrm>
            <a:custGeom>
              <a:avLst/>
              <a:gdLst/>
              <a:ahLst/>
              <a:cxnLst/>
              <a:rect l="l" t="t" r="r" b="b"/>
              <a:pathLst>
                <a:path w="1186815" h="640080">
                  <a:moveTo>
                    <a:pt x="0" y="106552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5" y="41624"/>
                  </a:lnTo>
                  <a:lnTo>
                    <a:pt x="53276" y="14033"/>
                  </a:lnTo>
                  <a:lnTo>
                    <a:pt x="92609" y="876"/>
                  </a:lnTo>
                  <a:lnTo>
                    <a:pt x="106552" y="0"/>
                  </a:lnTo>
                  <a:lnTo>
                    <a:pt x="1079639" y="0"/>
                  </a:lnTo>
                  <a:lnTo>
                    <a:pt x="1120387" y="8202"/>
                  </a:lnTo>
                  <a:lnTo>
                    <a:pt x="1155104" y="31272"/>
                  </a:lnTo>
                  <a:lnTo>
                    <a:pt x="1178300" y="65805"/>
                  </a:lnTo>
                  <a:lnTo>
                    <a:pt x="1186192" y="106552"/>
                  </a:lnTo>
                  <a:lnTo>
                    <a:pt x="1186561" y="533158"/>
                  </a:lnTo>
                  <a:lnTo>
                    <a:pt x="1185626" y="547101"/>
                  </a:lnTo>
                  <a:lnTo>
                    <a:pt x="1182870" y="560739"/>
                  </a:lnTo>
                  <a:lnTo>
                    <a:pt x="1164413" y="598087"/>
                  </a:lnTo>
                  <a:lnTo>
                    <a:pt x="1133271" y="625678"/>
                  </a:lnTo>
                  <a:lnTo>
                    <a:pt x="1093940" y="638835"/>
                  </a:lnTo>
                  <a:lnTo>
                    <a:pt x="106552" y="640080"/>
                  </a:lnTo>
                  <a:lnTo>
                    <a:pt x="65805" y="631877"/>
                  </a:lnTo>
                  <a:lnTo>
                    <a:pt x="31088" y="608801"/>
                  </a:lnTo>
                  <a:lnTo>
                    <a:pt x="789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664223" y="2672549"/>
            <a:ext cx="5676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122A49"/>
                </a:solidFill>
                <a:latin typeface="Arial Black"/>
                <a:cs typeface="Arial Black"/>
              </a:rPr>
              <a:t>Wi-</a:t>
            </a:r>
            <a:r>
              <a:rPr sz="1000" spc="-70" dirty="0">
                <a:solidFill>
                  <a:srgbClr val="122A49"/>
                </a:solidFill>
                <a:latin typeface="Arial Black"/>
                <a:cs typeface="Arial Black"/>
              </a:rPr>
              <a:t>Fi</a:t>
            </a:r>
            <a:r>
              <a:rPr sz="1000" spc="-5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000" spc="-90" dirty="0">
                <a:solidFill>
                  <a:srgbClr val="122A49"/>
                </a:solidFill>
                <a:latin typeface="Arial Black"/>
                <a:cs typeface="Arial Black"/>
              </a:rPr>
              <a:t>CSI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606080" y="2401189"/>
            <a:ext cx="1276350" cy="729615"/>
            <a:chOff x="7606080" y="2401189"/>
            <a:chExt cx="1276350" cy="729615"/>
          </a:xfrm>
        </p:grpSpPr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06080" y="2401189"/>
              <a:ext cx="1275842" cy="729005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7650721" y="2422804"/>
              <a:ext cx="1186815" cy="640080"/>
            </a:xfrm>
            <a:custGeom>
              <a:avLst/>
              <a:gdLst/>
              <a:ahLst/>
              <a:cxnLst/>
              <a:rect l="l" t="t" r="r" b="b"/>
              <a:pathLst>
                <a:path w="1186815" h="640080">
                  <a:moveTo>
                    <a:pt x="1079639" y="0"/>
                  </a:moveTo>
                  <a:lnTo>
                    <a:pt x="106552" y="0"/>
                  </a:lnTo>
                  <a:lnTo>
                    <a:pt x="91694" y="934"/>
                  </a:lnTo>
                  <a:lnTo>
                    <a:pt x="92311" y="934"/>
                  </a:lnTo>
                  <a:lnTo>
                    <a:pt x="78971" y="3506"/>
                  </a:lnTo>
                  <a:lnTo>
                    <a:pt x="41687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4" y="547101"/>
                  </a:lnTo>
                  <a:lnTo>
                    <a:pt x="876" y="547459"/>
                  </a:lnTo>
                  <a:lnTo>
                    <a:pt x="14033" y="586790"/>
                  </a:lnTo>
                  <a:lnTo>
                    <a:pt x="41629" y="617932"/>
                  </a:lnTo>
                  <a:lnTo>
                    <a:pt x="78971" y="636389"/>
                  </a:lnTo>
                  <a:lnTo>
                    <a:pt x="106552" y="640080"/>
                  </a:lnTo>
                  <a:lnTo>
                    <a:pt x="1079995" y="639711"/>
                  </a:lnTo>
                  <a:lnTo>
                    <a:pt x="1120581" y="631877"/>
                  </a:lnTo>
                  <a:lnTo>
                    <a:pt x="1155284" y="608623"/>
                  </a:lnTo>
                  <a:lnTo>
                    <a:pt x="1178358" y="573906"/>
                  </a:lnTo>
                  <a:lnTo>
                    <a:pt x="1182746" y="561100"/>
                  </a:lnTo>
                  <a:lnTo>
                    <a:pt x="1182870" y="560739"/>
                  </a:lnTo>
                  <a:lnTo>
                    <a:pt x="1185554" y="547459"/>
                  </a:lnTo>
                  <a:lnTo>
                    <a:pt x="1185626" y="547101"/>
                  </a:lnTo>
                  <a:lnTo>
                    <a:pt x="1186537" y="533514"/>
                  </a:lnTo>
                  <a:lnTo>
                    <a:pt x="1186561" y="533158"/>
                  </a:lnTo>
                  <a:lnTo>
                    <a:pt x="1186192" y="106552"/>
                  </a:lnTo>
                  <a:lnTo>
                    <a:pt x="1178300" y="65805"/>
                  </a:lnTo>
                  <a:lnTo>
                    <a:pt x="1155104" y="31272"/>
                  </a:lnTo>
                  <a:lnTo>
                    <a:pt x="1120393" y="8202"/>
                  </a:lnTo>
                  <a:lnTo>
                    <a:pt x="1093584" y="934"/>
                  </a:lnTo>
                  <a:lnTo>
                    <a:pt x="1079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650721" y="2422804"/>
              <a:ext cx="1186815" cy="640080"/>
            </a:xfrm>
            <a:custGeom>
              <a:avLst/>
              <a:gdLst/>
              <a:ahLst/>
              <a:cxnLst/>
              <a:rect l="l" t="t" r="r" b="b"/>
              <a:pathLst>
                <a:path w="1186815" h="640080">
                  <a:moveTo>
                    <a:pt x="0" y="106552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7" y="41624"/>
                  </a:lnTo>
                  <a:lnTo>
                    <a:pt x="53276" y="14033"/>
                  </a:lnTo>
                  <a:lnTo>
                    <a:pt x="92609" y="876"/>
                  </a:lnTo>
                  <a:lnTo>
                    <a:pt x="106552" y="0"/>
                  </a:lnTo>
                  <a:lnTo>
                    <a:pt x="1079639" y="0"/>
                  </a:lnTo>
                  <a:lnTo>
                    <a:pt x="1120393" y="8202"/>
                  </a:lnTo>
                  <a:lnTo>
                    <a:pt x="1155104" y="31272"/>
                  </a:lnTo>
                  <a:lnTo>
                    <a:pt x="1178300" y="65805"/>
                  </a:lnTo>
                  <a:lnTo>
                    <a:pt x="1186192" y="106552"/>
                  </a:lnTo>
                  <a:lnTo>
                    <a:pt x="1186561" y="533158"/>
                  </a:lnTo>
                  <a:lnTo>
                    <a:pt x="1185626" y="547101"/>
                  </a:lnTo>
                  <a:lnTo>
                    <a:pt x="1182870" y="560739"/>
                  </a:lnTo>
                  <a:lnTo>
                    <a:pt x="1164413" y="598087"/>
                  </a:lnTo>
                  <a:lnTo>
                    <a:pt x="1133284" y="625678"/>
                  </a:lnTo>
                  <a:lnTo>
                    <a:pt x="1093940" y="638835"/>
                  </a:lnTo>
                  <a:lnTo>
                    <a:pt x="106552" y="640080"/>
                  </a:lnTo>
                  <a:lnTo>
                    <a:pt x="65805" y="631877"/>
                  </a:lnTo>
                  <a:lnTo>
                    <a:pt x="31092" y="608801"/>
                  </a:lnTo>
                  <a:lnTo>
                    <a:pt x="789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540256" y="2545460"/>
            <a:ext cx="12179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spc="104" baseline="-11111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r>
              <a:rPr sz="3000" spc="202" baseline="-11111" dirty="0">
                <a:solidFill>
                  <a:srgbClr val="00908B"/>
                </a:solidFill>
                <a:latin typeface="Arial Black"/>
                <a:cs typeface="Arial Black"/>
              </a:rPr>
              <a:t> </a:t>
            </a:r>
            <a:r>
              <a:rPr sz="1000" spc="-70" dirty="0">
                <a:solidFill>
                  <a:srgbClr val="122A49"/>
                </a:solidFill>
                <a:latin typeface="Arial Black"/>
                <a:cs typeface="Arial Black"/>
              </a:rPr>
              <a:t>Signal</a:t>
            </a:r>
            <a:r>
              <a:rPr sz="1000" spc="-6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000" spc="-20" dirty="0">
                <a:solidFill>
                  <a:srgbClr val="122A49"/>
                </a:solidFill>
                <a:latin typeface="Arial Black"/>
                <a:cs typeface="Arial Black"/>
              </a:rPr>
              <a:t>features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861666" y="25933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8902445" y="2401189"/>
            <a:ext cx="1276350" cy="729615"/>
            <a:chOff x="8902445" y="2401189"/>
            <a:chExt cx="1276350" cy="729615"/>
          </a:xfrm>
        </p:grpSpPr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02445" y="2401189"/>
              <a:ext cx="1275842" cy="729005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947073" y="2422804"/>
              <a:ext cx="1186815" cy="640080"/>
            </a:xfrm>
            <a:custGeom>
              <a:avLst/>
              <a:gdLst/>
              <a:ahLst/>
              <a:cxnLst/>
              <a:rect l="l" t="t" r="r" b="b"/>
              <a:pathLst>
                <a:path w="1186815" h="640080">
                  <a:moveTo>
                    <a:pt x="1079652" y="0"/>
                  </a:moveTo>
                  <a:lnTo>
                    <a:pt x="106565" y="0"/>
                  </a:lnTo>
                  <a:lnTo>
                    <a:pt x="91705" y="934"/>
                  </a:lnTo>
                  <a:lnTo>
                    <a:pt x="92322" y="934"/>
                  </a:lnTo>
                  <a:lnTo>
                    <a:pt x="78979" y="3506"/>
                  </a:lnTo>
                  <a:lnTo>
                    <a:pt x="41692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5" y="547101"/>
                  </a:lnTo>
                  <a:lnTo>
                    <a:pt x="878" y="547459"/>
                  </a:lnTo>
                  <a:lnTo>
                    <a:pt x="3443" y="560739"/>
                  </a:lnTo>
                  <a:lnTo>
                    <a:pt x="3513" y="561100"/>
                  </a:lnTo>
                  <a:lnTo>
                    <a:pt x="7782" y="573906"/>
                  </a:lnTo>
                  <a:lnTo>
                    <a:pt x="31100" y="608801"/>
                  </a:lnTo>
                  <a:lnTo>
                    <a:pt x="65812" y="631877"/>
                  </a:lnTo>
                  <a:lnTo>
                    <a:pt x="106565" y="640080"/>
                  </a:lnTo>
                  <a:lnTo>
                    <a:pt x="1080007" y="639711"/>
                  </a:lnTo>
                  <a:lnTo>
                    <a:pt x="1120588" y="631877"/>
                  </a:lnTo>
                  <a:lnTo>
                    <a:pt x="1155295" y="608623"/>
                  </a:lnTo>
                  <a:lnTo>
                    <a:pt x="1178368" y="573906"/>
                  </a:lnTo>
                  <a:lnTo>
                    <a:pt x="1185556" y="547459"/>
                  </a:lnTo>
                  <a:lnTo>
                    <a:pt x="1185628" y="547101"/>
                  </a:lnTo>
                  <a:lnTo>
                    <a:pt x="1186537" y="533514"/>
                  </a:lnTo>
                  <a:lnTo>
                    <a:pt x="1186560" y="533158"/>
                  </a:lnTo>
                  <a:lnTo>
                    <a:pt x="1186205" y="106552"/>
                  </a:lnTo>
                  <a:lnTo>
                    <a:pt x="1178313" y="65805"/>
                  </a:lnTo>
                  <a:lnTo>
                    <a:pt x="1155112" y="31272"/>
                  </a:lnTo>
                  <a:lnTo>
                    <a:pt x="1120400" y="8202"/>
                  </a:lnTo>
                  <a:lnTo>
                    <a:pt x="1093595" y="934"/>
                  </a:lnTo>
                  <a:lnTo>
                    <a:pt x="10796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947073" y="2422804"/>
              <a:ext cx="1186815" cy="640080"/>
            </a:xfrm>
            <a:custGeom>
              <a:avLst/>
              <a:gdLst/>
              <a:ahLst/>
              <a:cxnLst/>
              <a:rect l="l" t="t" r="r" b="b"/>
              <a:pathLst>
                <a:path w="1186815" h="640080">
                  <a:moveTo>
                    <a:pt x="0" y="106552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7" y="41624"/>
                  </a:lnTo>
                  <a:lnTo>
                    <a:pt x="53289" y="14033"/>
                  </a:lnTo>
                  <a:lnTo>
                    <a:pt x="92620" y="876"/>
                  </a:lnTo>
                  <a:lnTo>
                    <a:pt x="106565" y="0"/>
                  </a:lnTo>
                  <a:lnTo>
                    <a:pt x="1079652" y="0"/>
                  </a:lnTo>
                  <a:lnTo>
                    <a:pt x="1120400" y="8202"/>
                  </a:lnTo>
                  <a:lnTo>
                    <a:pt x="1155112" y="31272"/>
                  </a:lnTo>
                  <a:lnTo>
                    <a:pt x="1178313" y="65805"/>
                  </a:lnTo>
                  <a:lnTo>
                    <a:pt x="1186205" y="106552"/>
                  </a:lnTo>
                  <a:lnTo>
                    <a:pt x="1186560" y="533158"/>
                  </a:lnTo>
                  <a:lnTo>
                    <a:pt x="1185628" y="547101"/>
                  </a:lnTo>
                  <a:lnTo>
                    <a:pt x="1182876" y="560739"/>
                  </a:lnTo>
                  <a:lnTo>
                    <a:pt x="1164425" y="598087"/>
                  </a:lnTo>
                  <a:lnTo>
                    <a:pt x="1133284" y="625678"/>
                  </a:lnTo>
                  <a:lnTo>
                    <a:pt x="1093952" y="638835"/>
                  </a:lnTo>
                  <a:lnTo>
                    <a:pt x="106565" y="640080"/>
                  </a:lnTo>
                  <a:lnTo>
                    <a:pt x="65812" y="631877"/>
                  </a:lnTo>
                  <a:lnTo>
                    <a:pt x="31100" y="608801"/>
                  </a:lnTo>
                  <a:lnTo>
                    <a:pt x="790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9113659" y="2501051"/>
            <a:ext cx="853440" cy="457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3355">
              <a:lnSpc>
                <a:spcPct val="141700"/>
              </a:lnSpc>
              <a:spcBef>
                <a:spcPts val="100"/>
              </a:spcBef>
            </a:pPr>
            <a:r>
              <a:rPr sz="1000" spc="-10" dirty="0">
                <a:solidFill>
                  <a:srgbClr val="122A49"/>
                </a:solidFill>
                <a:latin typeface="Arial Black"/>
                <a:cs typeface="Arial Black"/>
              </a:rPr>
              <a:t>Pattern </a:t>
            </a:r>
            <a:r>
              <a:rPr sz="1000" spc="-70" dirty="0">
                <a:solidFill>
                  <a:srgbClr val="122A49"/>
                </a:solidFill>
                <a:latin typeface="Arial Black"/>
                <a:cs typeface="Arial Black"/>
              </a:rPr>
              <a:t>classification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0158018" y="25933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10198442" y="2401189"/>
            <a:ext cx="1276350" cy="729615"/>
            <a:chOff x="10198442" y="2401189"/>
            <a:chExt cx="1276350" cy="729615"/>
          </a:xfrm>
        </p:grpSpPr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98442" y="2401189"/>
              <a:ext cx="1275842" cy="72900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0243083" y="2422804"/>
              <a:ext cx="1186815" cy="640080"/>
            </a:xfrm>
            <a:custGeom>
              <a:avLst/>
              <a:gdLst/>
              <a:ahLst/>
              <a:cxnLst/>
              <a:rect l="l" t="t" r="r" b="b"/>
              <a:pathLst>
                <a:path w="1186815" h="640080">
                  <a:moveTo>
                    <a:pt x="1079639" y="0"/>
                  </a:moveTo>
                  <a:lnTo>
                    <a:pt x="106552" y="0"/>
                  </a:lnTo>
                  <a:lnTo>
                    <a:pt x="91694" y="934"/>
                  </a:lnTo>
                  <a:lnTo>
                    <a:pt x="92311" y="934"/>
                  </a:lnTo>
                  <a:lnTo>
                    <a:pt x="78971" y="3506"/>
                  </a:lnTo>
                  <a:lnTo>
                    <a:pt x="41681" y="21835"/>
                  </a:lnTo>
                  <a:lnTo>
                    <a:pt x="14401" y="53276"/>
                  </a:lnTo>
                  <a:lnTo>
                    <a:pt x="934" y="92609"/>
                  </a:lnTo>
                  <a:lnTo>
                    <a:pt x="0" y="106552"/>
                  </a:lnTo>
                  <a:lnTo>
                    <a:pt x="0" y="533514"/>
                  </a:lnTo>
                  <a:lnTo>
                    <a:pt x="854" y="547101"/>
                  </a:lnTo>
                  <a:lnTo>
                    <a:pt x="876" y="547459"/>
                  </a:lnTo>
                  <a:lnTo>
                    <a:pt x="14033" y="586790"/>
                  </a:lnTo>
                  <a:lnTo>
                    <a:pt x="41624" y="617932"/>
                  </a:lnTo>
                  <a:lnTo>
                    <a:pt x="78971" y="636389"/>
                  </a:lnTo>
                  <a:lnTo>
                    <a:pt x="106552" y="640080"/>
                  </a:lnTo>
                  <a:lnTo>
                    <a:pt x="1079995" y="639711"/>
                  </a:lnTo>
                  <a:lnTo>
                    <a:pt x="1120575" y="631877"/>
                  </a:lnTo>
                  <a:lnTo>
                    <a:pt x="1155282" y="608623"/>
                  </a:lnTo>
                  <a:lnTo>
                    <a:pt x="1178358" y="573906"/>
                  </a:lnTo>
                  <a:lnTo>
                    <a:pt x="1182746" y="561100"/>
                  </a:lnTo>
                  <a:lnTo>
                    <a:pt x="1182870" y="560739"/>
                  </a:lnTo>
                  <a:lnTo>
                    <a:pt x="1185554" y="547459"/>
                  </a:lnTo>
                  <a:lnTo>
                    <a:pt x="1185626" y="547101"/>
                  </a:lnTo>
                  <a:lnTo>
                    <a:pt x="1186537" y="533514"/>
                  </a:lnTo>
                  <a:lnTo>
                    <a:pt x="1186560" y="533158"/>
                  </a:lnTo>
                  <a:lnTo>
                    <a:pt x="1186192" y="106552"/>
                  </a:lnTo>
                  <a:lnTo>
                    <a:pt x="1178300" y="65805"/>
                  </a:lnTo>
                  <a:lnTo>
                    <a:pt x="1155104" y="31272"/>
                  </a:lnTo>
                  <a:lnTo>
                    <a:pt x="1120387" y="8202"/>
                  </a:lnTo>
                  <a:lnTo>
                    <a:pt x="1093582" y="934"/>
                  </a:lnTo>
                  <a:lnTo>
                    <a:pt x="1079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243083" y="2422804"/>
              <a:ext cx="1186815" cy="640080"/>
            </a:xfrm>
            <a:custGeom>
              <a:avLst/>
              <a:gdLst/>
              <a:ahLst/>
              <a:cxnLst/>
              <a:rect l="l" t="t" r="r" b="b"/>
              <a:pathLst>
                <a:path w="1186815" h="640080">
                  <a:moveTo>
                    <a:pt x="0" y="106552"/>
                  </a:moveTo>
                  <a:lnTo>
                    <a:pt x="934" y="92609"/>
                  </a:lnTo>
                  <a:lnTo>
                    <a:pt x="3690" y="78971"/>
                  </a:lnTo>
                  <a:lnTo>
                    <a:pt x="22145" y="41624"/>
                  </a:lnTo>
                  <a:lnTo>
                    <a:pt x="53276" y="14033"/>
                  </a:lnTo>
                  <a:lnTo>
                    <a:pt x="92609" y="876"/>
                  </a:lnTo>
                  <a:lnTo>
                    <a:pt x="106552" y="0"/>
                  </a:lnTo>
                  <a:lnTo>
                    <a:pt x="1079639" y="0"/>
                  </a:lnTo>
                  <a:lnTo>
                    <a:pt x="1120387" y="8202"/>
                  </a:lnTo>
                  <a:lnTo>
                    <a:pt x="1155104" y="31272"/>
                  </a:lnTo>
                  <a:lnTo>
                    <a:pt x="1178300" y="65805"/>
                  </a:lnTo>
                  <a:lnTo>
                    <a:pt x="1186192" y="106552"/>
                  </a:lnTo>
                  <a:lnTo>
                    <a:pt x="1186560" y="533158"/>
                  </a:lnTo>
                  <a:lnTo>
                    <a:pt x="1185626" y="547101"/>
                  </a:lnTo>
                  <a:lnTo>
                    <a:pt x="1182870" y="560739"/>
                  </a:lnTo>
                  <a:lnTo>
                    <a:pt x="1164413" y="598087"/>
                  </a:lnTo>
                  <a:lnTo>
                    <a:pt x="1133271" y="625678"/>
                  </a:lnTo>
                  <a:lnTo>
                    <a:pt x="1093940" y="638835"/>
                  </a:lnTo>
                  <a:lnTo>
                    <a:pt x="106552" y="640080"/>
                  </a:lnTo>
                  <a:lnTo>
                    <a:pt x="65805" y="631877"/>
                  </a:lnTo>
                  <a:lnTo>
                    <a:pt x="31088" y="608801"/>
                  </a:lnTo>
                  <a:lnTo>
                    <a:pt x="7892" y="574267"/>
                  </a:lnTo>
                  <a:lnTo>
                    <a:pt x="0" y="533514"/>
                  </a:lnTo>
                  <a:lnTo>
                    <a:pt x="0" y="106552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10422255" y="2501051"/>
            <a:ext cx="828675" cy="457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7310">
              <a:lnSpc>
                <a:spcPct val="141700"/>
              </a:lnSpc>
              <a:spcBef>
                <a:spcPts val="100"/>
              </a:spcBef>
            </a:pPr>
            <a:r>
              <a:rPr sz="1000" spc="-50" dirty="0">
                <a:solidFill>
                  <a:srgbClr val="122A49"/>
                </a:solidFill>
                <a:latin typeface="Arial Black"/>
                <a:cs typeface="Arial Black"/>
              </a:rPr>
              <a:t>Ward-</a:t>
            </a:r>
            <a:r>
              <a:rPr sz="1000" spc="-10" dirty="0">
                <a:solidFill>
                  <a:srgbClr val="122A49"/>
                </a:solidFill>
                <a:latin typeface="Arial Black"/>
                <a:cs typeface="Arial Black"/>
              </a:rPr>
              <a:t>level </a:t>
            </a:r>
            <a:r>
              <a:rPr sz="1000" spc="-55" dirty="0">
                <a:solidFill>
                  <a:srgbClr val="122A49"/>
                </a:solidFill>
                <a:latin typeface="Arial Black"/>
                <a:cs typeface="Arial Black"/>
              </a:rPr>
              <a:t>visualization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Testing</a:t>
            </a:r>
            <a:r>
              <a:rPr spc="-195" dirty="0"/>
              <a:t> </a:t>
            </a:r>
            <a:r>
              <a:rPr spc="-400" dirty="0"/>
              <a:t>&amp;</a:t>
            </a:r>
            <a:r>
              <a:rPr spc="-200" dirty="0"/>
              <a:t> </a:t>
            </a:r>
            <a:r>
              <a:rPr spc="-125" dirty="0"/>
              <a:t>Validation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5635" y="819353"/>
            <a:ext cx="747395" cy="139065"/>
            <a:chOff x="485635" y="819353"/>
            <a:chExt cx="747395" cy="139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635" y="819353"/>
              <a:ext cx="747356" cy="138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658088" y="0"/>
                  </a:moveTo>
                  <a:lnTo>
                    <a:pt x="0" y="0"/>
                  </a:lnTo>
                  <a:lnTo>
                    <a:pt x="0" y="50037"/>
                  </a:lnTo>
                  <a:lnTo>
                    <a:pt x="329044" y="50037"/>
                  </a:lnTo>
                  <a:lnTo>
                    <a:pt x="658088" y="50037"/>
                  </a:lnTo>
                  <a:lnTo>
                    <a:pt x="658088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329044" y="50037"/>
                  </a:moveTo>
                  <a:lnTo>
                    <a:pt x="0" y="50037"/>
                  </a:lnTo>
                  <a:lnTo>
                    <a:pt x="0" y="0"/>
                  </a:lnTo>
                  <a:lnTo>
                    <a:pt x="658088" y="0"/>
                  </a:lnTo>
                  <a:lnTo>
                    <a:pt x="658088" y="50037"/>
                  </a:lnTo>
                  <a:lnTo>
                    <a:pt x="329044" y="50037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85900" y="818908"/>
            <a:ext cx="45294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No</a:t>
            </a:r>
            <a:r>
              <a:rPr sz="1000" spc="-3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repository</a:t>
            </a:r>
            <a:r>
              <a:rPr sz="1000" spc="-2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or</a:t>
            </a:r>
            <a:r>
              <a:rPr sz="1000" spc="-2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test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report</a:t>
            </a:r>
            <a:r>
              <a:rPr sz="1000" spc="-2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was</a:t>
            </a:r>
            <a:r>
              <a:rPr sz="1000" spc="-2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attached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for</a:t>
            </a:r>
            <a:r>
              <a:rPr sz="1000" spc="-2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inspection</a:t>
            </a:r>
            <a:r>
              <a:rPr sz="1000" spc="-2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in</a:t>
            </a:r>
            <a:r>
              <a:rPr sz="1000" spc="-2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this</a:t>
            </a:r>
            <a:r>
              <a:rPr sz="1000" spc="-2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conversation</a:t>
            </a:r>
            <a:endParaRPr sz="1000">
              <a:latin typeface="Noto Sans"/>
              <a:cs typeface="Noto San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0803" y="1212456"/>
            <a:ext cx="3519170" cy="1323975"/>
            <a:chOff x="640803" y="1212456"/>
            <a:chExt cx="3519170" cy="132397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803" y="1212456"/>
              <a:ext cx="3518636" cy="132374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444" y="123408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5" h="1235075">
                  <a:moveTo>
                    <a:pt x="206273" y="0"/>
                  </a:moveTo>
                  <a:lnTo>
                    <a:pt x="152903" y="7107"/>
                  </a:lnTo>
                  <a:lnTo>
                    <a:pt x="103314" y="27711"/>
                  </a:lnTo>
                  <a:lnTo>
                    <a:pt x="60701" y="60344"/>
                  </a:lnTo>
                  <a:lnTo>
                    <a:pt x="28079" y="102958"/>
                  </a:lnTo>
                  <a:lnTo>
                    <a:pt x="7331" y="152680"/>
                  </a:lnTo>
                  <a:lnTo>
                    <a:pt x="355" y="205917"/>
                  </a:lnTo>
                  <a:lnTo>
                    <a:pt x="0" y="1028877"/>
                  </a:lnTo>
                  <a:lnTo>
                    <a:pt x="1788" y="1055745"/>
                  </a:lnTo>
                  <a:lnTo>
                    <a:pt x="15789" y="1107650"/>
                  </a:lnTo>
                  <a:lnTo>
                    <a:pt x="42662" y="1154273"/>
                  </a:lnTo>
                  <a:lnTo>
                    <a:pt x="80521" y="1192128"/>
                  </a:lnTo>
                  <a:lnTo>
                    <a:pt x="127195" y="1219150"/>
                  </a:lnTo>
                  <a:lnTo>
                    <a:pt x="179045" y="1233046"/>
                  </a:lnTo>
                  <a:lnTo>
                    <a:pt x="205917" y="1234795"/>
                  </a:lnTo>
                  <a:lnTo>
                    <a:pt x="3223437" y="1234795"/>
                  </a:lnTo>
                  <a:lnTo>
                    <a:pt x="3249709" y="1233046"/>
                  </a:lnTo>
                  <a:lnTo>
                    <a:pt x="3250212" y="1233046"/>
                  </a:lnTo>
                  <a:lnTo>
                    <a:pt x="3302210" y="1219000"/>
                  </a:lnTo>
                  <a:lnTo>
                    <a:pt x="3348833" y="1192128"/>
                  </a:lnTo>
                  <a:lnTo>
                    <a:pt x="3386688" y="1154273"/>
                  </a:lnTo>
                  <a:lnTo>
                    <a:pt x="3413684" y="1107650"/>
                  </a:lnTo>
                  <a:lnTo>
                    <a:pt x="3427575" y="1055900"/>
                  </a:lnTo>
                  <a:lnTo>
                    <a:pt x="3429355" y="1028877"/>
                  </a:lnTo>
                  <a:lnTo>
                    <a:pt x="3429331" y="205917"/>
                  </a:lnTo>
                  <a:lnTo>
                    <a:pt x="3422246" y="152903"/>
                  </a:lnTo>
                  <a:lnTo>
                    <a:pt x="3401631" y="103314"/>
                  </a:lnTo>
                  <a:lnTo>
                    <a:pt x="3369009" y="60701"/>
                  </a:lnTo>
                  <a:lnTo>
                    <a:pt x="3326396" y="28079"/>
                  </a:lnTo>
                  <a:lnTo>
                    <a:pt x="3276669" y="7331"/>
                  </a:lnTo>
                  <a:lnTo>
                    <a:pt x="3223437" y="355"/>
                  </a:lnTo>
                  <a:lnTo>
                    <a:pt x="206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444" y="123408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5" h="1235075">
                  <a:moveTo>
                    <a:pt x="355" y="205917"/>
                  </a:moveTo>
                  <a:lnTo>
                    <a:pt x="2105" y="179045"/>
                  </a:lnTo>
                  <a:lnTo>
                    <a:pt x="7331" y="152680"/>
                  </a:lnTo>
                  <a:lnTo>
                    <a:pt x="28079" y="102958"/>
                  </a:lnTo>
                  <a:lnTo>
                    <a:pt x="60701" y="60344"/>
                  </a:lnTo>
                  <a:lnTo>
                    <a:pt x="103314" y="27711"/>
                  </a:lnTo>
                  <a:lnTo>
                    <a:pt x="152903" y="7107"/>
                  </a:lnTo>
                  <a:lnTo>
                    <a:pt x="206273" y="0"/>
                  </a:lnTo>
                  <a:lnTo>
                    <a:pt x="3223437" y="355"/>
                  </a:lnTo>
                  <a:lnTo>
                    <a:pt x="3276669" y="7331"/>
                  </a:lnTo>
                  <a:lnTo>
                    <a:pt x="3326396" y="28079"/>
                  </a:lnTo>
                  <a:lnTo>
                    <a:pt x="3369009" y="60701"/>
                  </a:lnTo>
                  <a:lnTo>
                    <a:pt x="3401631" y="103314"/>
                  </a:lnTo>
                  <a:lnTo>
                    <a:pt x="3422246" y="152903"/>
                  </a:lnTo>
                  <a:lnTo>
                    <a:pt x="3429355" y="206273"/>
                  </a:lnTo>
                  <a:lnTo>
                    <a:pt x="3429355" y="1028877"/>
                  </a:lnTo>
                  <a:lnTo>
                    <a:pt x="3427606" y="1055745"/>
                  </a:lnTo>
                  <a:lnTo>
                    <a:pt x="3422380" y="1082109"/>
                  </a:lnTo>
                  <a:lnTo>
                    <a:pt x="3401631" y="1131836"/>
                  </a:lnTo>
                  <a:lnTo>
                    <a:pt x="3369009" y="1174449"/>
                  </a:lnTo>
                  <a:lnTo>
                    <a:pt x="3326396" y="1207071"/>
                  </a:lnTo>
                  <a:lnTo>
                    <a:pt x="3276807" y="1227686"/>
                  </a:lnTo>
                  <a:lnTo>
                    <a:pt x="3223437" y="1234795"/>
                  </a:lnTo>
                  <a:lnTo>
                    <a:pt x="205917" y="1234795"/>
                  </a:lnTo>
                  <a:lnTo>
                    <a:pt x="152680" y="1227820"/>
                  </a:lnTo>
                  <a:lnTo>
                    <a:pt x="102958" y="1207071"/>
                  </a:lnTo>
                  <a:lnTo>
                    <a:pt x="60344" y="1174449"/>
                  </a:lnTo>
                  <a:lnTo>
                    <a:pt x="27711" y="1131836"/>
                  </a:lnTo>
                  <a:lnTo>
                    <a:pt x="7107" y="1082247"/>
                  </a:lnTo>
                  <a:lnTo>
                    <a:pt x="0" y="1028877"/>
                  </a:lnTo>
                  <a:lnTo>
                    <a:pt x="355" y="205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803" y="1212824"/>
              <a:ext cx="152996" cy="132300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5444" y="1234440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6371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29" y="1234084"/>
                  </a:lnTo>
                  <a:lnTo>
                    <a:pt x="63715" y="12340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5444" y="1234440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32029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34084"/>
                  </a:lnTo>
                  <a:lnTo>
                    <a:pt x="32029" y="1234084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10336" y="1404264"/>
            <a:ext cx="2743200" cy="811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Authentication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Registration,</a:t>
            </a:r>
            <a:r>
              <a:rPr sz="12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login,</a:t>
            </a:r>
            <a:r>
              <a:rPr sz="12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invalid</a:t>
            </a:r>
            <a:r>
              <a:rPr sz="12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credentials, protected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routes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89844" y="1212456"/>
            <a:ext cx="3519170" cy="1323975"/>
            <a:chOff x="4389844" y="1212456"/>
            <a:chExt cx="3519170" cy="132397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9844" y="1212456"/>
              <a:ext cx="3518636" cy="132374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434484" y="123408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4" h="1235075">
                  <a:moveTo>
                    <a:pt x="206273" y="0"/>
                  </a:moveTo>
                  <a:lnTo>
                    <a:pt x="152903" y="7107"/>
                  </a:lnTo>
                  <a:lnTo>
                    <a:pt x="103314" y="27711"/>
                  </a:lnTo>
                  <a:lnTo>
                    <a:pt x="60701" y="60344"/>
                  </a:lnTo>
                  <a:lnTo>
                    <a:pt x="28079" y="102958"/>
                  </a:lnTo>
                  <a:lnTo>
                    <a:pt x="7331" y="152680"/>
                  </a:lnTo>
                  <a:lnTo>
                    <a:pt x="355" y="205917"/>
                  </a:lnTo>
                  <a:lnTo>
                    <a:pt x="0" y="1028877"/>
                  </a:lnTo>
                  <a:lnTo>
                    <a:pt x="1788" y="1055745"/>
                  </a:lnTo>
                  <a:lnTo>
                    <a:pt x="1799" y="1055900"/>
                  </a:lnTo>
                  <a:lnTo>
                    <a:pt x="7079" y="1082109"/>
                  </a:lnTo>
                  <a:lnTo>
                    <a:pt x="7107" y="1082247"/>
                  </a:lnTo>
                  <a:lnTo>
                    <a:pt x="27711" y="1131836"/>
                  </a:lnTo>
                  <a:lnTo>
                    <a:pt x="60344" y="1174449"/>
                  </a:lnTo>
                  <a:lnTo>
                    <a:pt x="102958" y="1207071"/>
                  </a:lnTo>
                  <a:lnTo>
                    <a:pt x="152680" y="1227820"/>
                  </a:lnTo>
                  <a:lnTo>
                    <a:pt x="205917" y="1234795"/>
                  </a:lnTo>
                  <a:lnTo>
                    <a:pt x="3223437" y="1234795"/>
                  </a:lnTo>
                  <a:lnTo>
                    <a:pt x="3249709" y="1233046"/>
                  </a:lnTo>
                  <a:lnTo>
                    <a:pt x="3250212" y="1233046"/>
                  </a:lnTo>
                  <a:lnTo>
                    <a:pt x="3302210" y="1219000"/>
                  </a:lnTo>
                  <a:lnTo>
                    <a:pt x="3348833" y="1192128"/>
                  </a:lnTo>
                  <a:lnTo>
                    <a:pt x="3386688" y="1154273"/>
                  </a:lnTo>
                  <a:lnTo>
                    <a:pt x="3413684" y="1107650"/>
                  </a:lnTo>
                  <a:lnTo>
                    <a:pt x="3427575" y="1055900"/>
                  </a:lnTo>
                  <a:lnTo>
                    <a:pt x="3427606" y="1055745"/>
                  </a:lnTo>
                  <a:lnTo>
                    <a:pt x="3429355" y="1028877"/>
                  </a:lnTo>
                  <a:lnTo>
                    <a:pt x="3429331" y="205917"/>
                  </a:lnTo>
                  <a:lnTo>
                    <a:pt x="3427556" y="179250"/>
                  </a:lnTo>
                  <a:lnTo>
                    <a:pt x="3413560" y="127501"/>
                  </a:lnTo>
                  <a:lnTo>
                    <a:pt x="3386688" y="80877"/>
                  </a:lnTo>
                  <a:lnTo>
                    <a:pt x="3348833" y="43023"/>
                  </a:lnTo>
                  <a:lnTo>
                    <a:pt x="3302158" y="16000"/>
                  </a:lnTo>
                  <a:lnTo>
                    <a:pt x="3250305" y="2105"/>
                  </a:lnTo>
                  <a:lnTo>
                    <a:pt x="3223437" y="355"/>
                  </a:lnTo>
                  <a:lnTo>
                    <a:pt x="206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34484" y="123408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4" h="1235075">
                  <a:moveTo>
                    <a:pt x="355" y="205917"/>
                  </a:moveTo>
                  <a:lnTo>
                    <a:pt x="2105" y="179045"/>
                  </a:lnTo>
                  <a:lnTo>
                    <a:pt x="7331" y="152680"/>
                  </a:lnTo>
                  <a:lnTo>
                    <a:pt x="28079" y="102958"/>
                  </a:lnTo>
                  <a:lnTo>
                    <a:pt x="60701" y="60344"/>
                  </a:lnTo>
                  <a:lnTo>
                    <a:pt x="103314" y="27711"/>
                  </a:lnTo>
                  <a:lnTo>
                    <a:pt x="152903" y="7107"/>
                  </a:lnTo>
                  <a:lnTo>
                    <a:pt x="206273" y="0"/>
                  </a:lnTo>
                  <a:lnTo>
                    <a:pt x="3223437" y="355"/>
                  </a:lnTo>
                  <a:lnTo>
                    <a:pt x="3276669" y="7331"/>
                  </a:lnTo>
                  <a:lnTo>
                    <a:pt x="3326396" y="28079"/>
                  </a:lnTo>
                  <a:lnTo>
                    <a:pt x="3369009" y="60701"/>
                  </a:lnTo>
                  <a:lnTo>
                    <a:pt x="3401631" y="103314"/>
                  </a:lnTo>
                  <a:lnTo>
                    <a:pt x="3422246" y="152903"/>
                  </a:lnTo>
                  <a:lnTo>
                    <a:pt x="3429355" y="206273"/>
                  </a:lnTo>
                  <a:lnTo>
                    <a:pt x="3429355" y="1028877"/>
                  </a:lnTo>
                  <a:lnTo>
                    <a:pt x="3427606" y="1055745"/>
                  </a:lnTo>
                  <a:lnTo>
                    <a:pt x="3422380" y="1082109"/>
                  </a:lnTo>
                  <a:lnTo>
                    <a:pt x="3401631" y="1131836"/>
                  </a:lnTo>
                  <a:lnTo>
                    <a:pt x="3369009" y="1174449"/>
                  </a:lnTo>
                  <a:lnTo>
                    <a:pt x="3326396" y="1207071"/>
                  </a:lnTo>
                  <a:lnTo>
                    <a:pt x="3276807" y="1227686"/>
                  </a:lnTo>
                  <a:lnTo>
                    <a:pt x="3223437" y="1234795"/>
                  </a:lnTo>
                  <a:lnTo>
                    <a:pt x="205917" y="1234795"/>
                  </a:lnTo>
                  <a:lnTo>
                    <a:pt x="152680" y="1227820"/>
                  </a:lnTo>
                  <a:lnTo>
                    <a:pt x="102958" y="1207071"/>
                  </a:lnTo>
                  <a:lnTo>
                    <a:pt x="60344" y="1174449"/>
                  </a:lnTo>
                  <a:lnTo>
                    <a:pt x="27711" y="1131836"/>
                  </a:lnTo>
                  <a:lnTo>
                    <a:pt x="7107" y="1082247"/>
                  </a:lnTo>
                  <a:lnTo>
                    <a:pt x="0" y="1028877"/>
                  </a:lnTo>
                  <a:lnTo>
                    <a:pt x="355" y="205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89844" y="1212824"/>
              <a:ext cx="152996" cy="13230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434484" y="1234440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6371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29" y="1234084"/>
                  </a:lnTo>
                  <a:lnTo>
                    <a:pt x="63715" y="12340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34484" y="1234440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32029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34084"/>
                  </a:lnTo>
                  <a:lnTo>
                    <a:pt x="32029" y="1234084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659376" y="1404264"/>
            <a:ext cx="2694305" cy="811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Authorization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Role</a:t>
            </a:r>
            <a:r>
              <a:rPr sz="12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boundaries,</a:t>
            </a:r>
            <a:r>
              <a:rPr sz="12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patient</a:t>
            </a:r>
            <a:r>
              <a:rPr sz="12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assignment, caretaker</a:t>
            </a:r>
            <a:r>
              <a:rPr sz="1200" spc="-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access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138883" y="1212456"/>
            <a:ext cx="3519170" cy="1323975"/>
            <a:chOff x="8138883" y="1212456"/>
            <a:chExt cx="3519170" cy="1323975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8883" y="1212456"/>
              <a:ext cx="3518636" cy="132374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183524" y="123408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4" h="1235075">
                  <a:moveTo>
                    <a:pt x="206273" y="0"/>
                  </a:moveTo>
                  <a:lnTo>
                    <a:pt x="152903" y="7107"/>
                  </a:lnTo>
                  <a:lnTo>
                    <a:pt x="103314" y="27711"/>
                  </a:lnTo>
                  <a:lnTo>
                    <a:pt x="60701" y="60344"/>
                  </a:lnTo>
                  <a:lnTo>
                    <a:pt x="28079" y="102958"/>
                  </a:lnTo>
                  <a:lnTo>
                    <a:pt x="7331" y="152680"/>
                  </a:lnTo>
                  <a:lnTo>
                    <a:pt x="355" y="205917"/>
                  </a:lnTo>
                  <a:lnTo>
                    <a:pt x="0" y="1028877"/>
                  </a:lnTo>
                  <a:lnTo>
                    <a:pt x="1788" y="1055745"/>
                  </a:lnTo>
                  <a:lnTo>
                    <a:pt x="1799" y="1055900"/>
                  </a:lnTo>
                  <a:lnTo>
                    <a:pt x="15789" y="1107650"/>
                  </a:lnTo>
                  <a:lnTo>
                    <a:pt x="42662" y="1154273"/>
                  </a:lnTo>
                  <a:lnTo>
                    <a:pt x="80521" y="1192128"/>
                  </a:lnTo>
                  <a:lnTo>
                    <a:pt x="127195" y="1219150"/>
                  </a:lnTo>
                  <a:lnTo>
                    <a:pt x="179045" y="1233046"/>
                  </a:lnTo>
                  <a:lnTo>
                    <a:pt x="205917" y="1234795"/>
                  </a:lnTo>
                  <a:lnTo>
                    <a:pt x="3223437" y="1234795"/>
                  </a:lnTo>
                  <a:lnTo>
                    <a:pt x="3249709" y="1233046"/>
                  </a:lnTo>
                  <a:lnTo>
                    <a:pt x="3250212" y="1233046"/>
                  </a:lnTo>
                  <a:lnTo>
                    <a:pt x="3302210" y="1219000"/>
                  </a:lnTo>
                  <a:lnTo>
                    <a:pt x="3348833" y="1192128"/>
                  </a:lnTo>
                  <a:lnTo>
                    <a:pt x="3386688" y="1154273"/>
                  </a:lnTo>
                  <a:lnTo>
                    <a:pt x="3413684" y="1107650"/>
                  </a:lnTo>
                  <a:lnTo>
                    <a:pt x="3427575" y="1055900"/>
                  </a:lnTo>
                  <a:lnTo>
                    <a:pt x="3427606" y="1055745"/>
                  </a:lnTo>
                  <a:lnTo>
                    <a:pt x="3429355" y="1028877"/>
                  </a:lnTo>
                  <a:lnTo>
                    <a:pt x="3429331" y="205917"/>
                  </a:lnTo>
                  <a:lnTo>
                    <a:pt x="3427556" y="179250"/>
                  </a:lnTo>
                  <a:lnTo>
                    <a:pt x="3413560" y="127501"/>
                  </a:lnTo>
                  <a:lnTo>
                    <a:pt x="3386688" y="80877"/>
                  </a:lnTo>
                  <a:lnTo>
                    <a:pt x="3348833" y="43023"/>
                  </a:lnTo>
                  <a:lnTo>
                    <a:pt x="3302158" y="16000"/>
                  </a:lnTo>
                  <a:lnTo>
                    <a:pt x="3250305" y="2105"/>
                  </a:lnTo>
                  <a:lnTo>
                    <a:pt x="3223437" y="355"/>
                  </a:lnTo>
                  <a:lnTo>
                    <a:pt x="206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83524" y="123408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4" h="1235075">
                  <a:moveTo>
                    <a:pt x="355" y="205917"/>
                  </a:moveTo>
                  <a:lnTo>
                    <a:pt x="2105" y="179045"/>
                  </a:lnTo>
                  <a:lnTo>
                    <a:pt x="7331" y="152680"/>
                  </a:lnTo>
                  <a:lnTo>
                    <a:pt x="28079" y="102958"/>
                  </a:lnTo>
                  <a:lnTo>
                    <a:pt x="60701" y="60344"/>
                  </a:lnTo>
                  <a:lnTo>
                    <a:pt x="103314" y="27711"/>
                  </a:lnTo>
                  <a:lnTo>
                    <a:pt x="152903" y="7107"/>
                  </a:lnTo>
                  <a:lnTo>
                    <a:pt x="206273" y="0"/>
                  </a:lnTo>
                  <a:lnTo>
                    <a:pt x="3223437" y="355"/>
                  </a:lnTo>
                  <a:lnTo>
                    <a:pt x="3276669" y="7331"/>
                  </a:lnTo>
                  <a:lnTo>
                    <a:pt x="3326396" y="28079"/>
                  </a:lnTo>
                  <a:lnTo>
                    <a:pt x="3369009" y="60701"/>
                  </a:lnTo>
                  <a:lnTo>
                    <a:pt x="3401631" y="103314"/>
                  </a:lnTo>
                  <a:lnTo>
                    <a:pt x="3422246" y="152903"/>
                  </a:lnTo>
                  <a:lnTo>
                    <a:pt x="3429355" y="206273"/>
                  </a:lnTo>
                  <a:lnTo>
                    <a:pt x="3429355" y="1028877"/>
                  </a:lnTo>
                  <a:lnTo>
                    <a:pt x="3427606" y="1055745"/>
                  </a:lnTo>
                  <a:lnTo>
                    <a:pt x="3422380" y="1082109"/>
                  </a:lnTo>
                  <a:lnTo>
                    <a:pt x="3401631" y="1131836"/>
                  </a:lnTo>
                  <a:lnTo>
                    <a:pt x="3369009" y="1174449"/>
                  </a:lnTo>
                  <a:lnTo>
                    <a:pt x="3326396" y="1207071"/>
                  </a:lnTo>
                  <a:lnTo>
                    <a:pt x="3276807" y="1227686"/>
                  </a:lnTo>
                  <a:lnTo>
                    <a:pt x="3223437" y="1234795"/>
                  </a:lnTo>
                  <a:lnTo>
                    <a:pt x="205917" y="1234795"/>
                  </a:lnTo>
                  <a:lnTo>
                    <a:pt x="152680" y="1227820"/>
                  </a:lnTo>
                  <a:lnTo>
                    <a:pt x="102958" y="1207071"/>
                  </a:lnTo>
                  <a:lnTo>
                    <a:pt x="60344" y="1174449"/>
                  </a:lnTo>
                  <a:lnTo>
                    <a:pt x="27711" y="1131836"/>
                  </a:lnTo>
                  <a:lnTo>
                    <a:pt x="7107" y="1082247"/>
                  </a:lnTo>
                  <a:lnTo>
                    <a:pt x="0" y="1028877"/>
                  </a:lnTo>
                  <a:lnTo>
                    <a:pt x="355" y="205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38883" y="1212824"/>
              <a:ext cx="152996" cy="132300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183524" y="1234440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6371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29" y="1234084"/>
                  </a:lnTo>
                  <a:lnTo>
                    <a:pt x="63715" y="12340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83524" y="1234440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32029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34084"/>
                  </a:lnTo>
                  <a:lnTo>
                    <a:pt x="32029" y="1234084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408416" y="1404264"/>
            <a:ext cx="2831465" cy="811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5" dirty="0">
                <a:solidFill>
                  <a:srgbClr val="122A49"/>
                </a:solidFill>
                <a:latin typeface="Arial Black"/>
                <a:cs typeface="Arial Black"/>
              </a:rPr>
              <a:t>Reports</a:t>
            </a:r>
            <a:r>
              <a:rPr sz="1600" spc="-9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235" dirty="0">
                <a:solidFill>
                  <a:srgbClr val="122A49"/>
                </a:solidFill>
                <a:latin typeface="Arial Black"/>
                <a:cs typeface="Arial Black"/>
              </a:rPr>
              <a:t>&amp;</a:t>
            </a:r>
            <a:r>
              <a:rPr sz="1600" spc="-9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25" dirty="0">
                <a:solidFill>
                  <a:srgbClr val="122A49"/>
                </a:solidFill>
                <a:latin typeface="Arial Black"/>
                <a:cs typeface="Arial Black"/>
              </a:rPr>
              <a:t>AI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Upload</a:t>
            </a:r>
            <a:r>
              <a:rPr sz="12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limits,</a:t>
            </a:r>
            <a:r>
              <a:rPr sz="12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parsing</a:t>
            </a:r>
            <a:r>
              <a:rPr sz="12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errors,</a:t>
            </a:r>
            <a:r>
              <a:rPr sz="12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AI</a:t>
            </a:r>
            <a:r>
              <a:rPr sz="12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failure,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output</a:t>
            </a:r>
            <a:r>
              <a:rPr sz="12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display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40803" y="2721216"/>
            <a:ext cx="3519170" cy="1323975"/>
            <a:chOff x="640803" y="2721216"/>
            <a:chExt cx="3519170" cy="1323975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803" y="2721216"/>
              <a:ext cx="3518636" cy="132374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85444" y="274284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5" h="1235075">
                  <a:moveTo>
                    <a:pt x="206273" y="0"/>
                  </a:moveTo>
                  <a:lnTo>
                    <a:pt x="152903" y="7107"/>
                  </a:lnTo>
                  <a:lnTo>
                    <a:pt x="103314" y="27711"/>
                  </a:lnTo>
                  <a:lnTo>
                    <a:pt x="60701" y="60344"/>
                  </a:lnTo>
                  <a:lnTo>
                    <a:pt x="28079" y="102958"/>
                  </a:lnTo>
                  <a:lnTo>
                    <a:pt x="7331" y="152680"/>
                  </a:lnTo>
                  <a:lnTo>
                    <a:pt x="355" y="205917"/>
                  </a:lnTo>
                  <a:lnTo>
                    <a:pt x="0" y="1028877"/>
                  </a:lnTo>
                  <a:lnTo>
                    <a:pt x="1788" y="1055745"/>
                  </a:lnTo>
                  <a:lnTo>
                    <a:pt x="1799" y="1055900"/>
                  </a:lnTo>
                  <a:lnTo>
                    <a:pt x="7079" y="1082109"/>
                  </a:lnTo>
                  <a:lnTo>
                    <a:pt x="7107" y="1082247"/>
                  </a:lnTo>
                  <a:lnTo>
                    <a:pt x="15789" y="1107650"/>
                  </a:lnTo>
                  <a:lnTo>
                    <a:pt x="42662" y="1154273"/>
                  </a:lnTo>
                  <a:lnTo>
                    <a:pt x="80521" y="1192128"/>
                  </a:lnTo>
                  <a:lnTo>
                    <a:pt x="127195" y="1219150"/>
                  </a:lnTo>
                  <a:lnTo>
                    <a:pt x="179045" y="1233046"/>
                  </a:lnTo>
                  <a:lnTo>
                    <a:pt x="205917" y="1234795"/>
                  </a:lnTo>
                  <a:lnTo>
                    <a:pt x="3223437" y="1234795"/>
                  </a:lnTo>
                  <a:lnTo>
                    <a:pt x="3249709" y="1233046"/>
                  </a:lnTo>
                  <a:lnTo>
                    <a:pt x="3250212" y="1233046"/>
                  </a:lnTo>
                  <a:lnTo>
                    <a:pt x="3302210" y="1219000"/>
                  </a:lnTo>
                  <a:lnTo>
                    <a:pt x="3348833" y="1192128"/>
                  </a:lnTo>
                  <a:lnTo>
                    <a:pt x="3386688" y="1154273"/>
                  </a:lnTo>
                  <a:lnTo>
                    <a:pt x="3413684" y="1107650"/>
                  </a:lnTo>
                  <a:lnTo>
                    <a:pt x="3427575" y="1055900"/>
                  </a:lnTo>
                  <a:lnTo>
                    <a:pt x="3427606" y="1055745"/>
                  </a:lnTo>
                  <a:lnTo>
                    <a:pt x="3429355" y="1028877"/>
                  </a:lnTo>
                  <a:lnTo>
                    <a:pt x="3429331" y="205917"/>
                  </a:lnTo>
                  <a:lnTo>
                    <a:pt x="3427556" y="179250"/>
                  </a:lnTo>
                  <a:lnTo>
                    <a:pt x="3413560" y="127501"/>
                  </a:lnTo>
                  <a:lnTo>
                    <a:pt x="3386688" y="80877"/>
                  </a:lnTo>
                  <a:lnTo>
                    <a:pt x="3348833" y="43023"/>
                  </a:lnTo>
                  <a:lnTo>
                    <a:pt x="3302158" y="16000"/>
                  </a:lnTo>
                  <a:lnTo>
                    <a:pt x="3250305" y="2105"/>
                  </a:lnTo>
                  <a:lnTo>
                    <a:pt x="3223437" y="355"/>
                  </a:lnTo>
                  <a:lnTo>
                    <a:pt x="206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85444" y="274284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5" h="1235075">
                  <a:moveTo>
                    <a:pt x="355" y="205917"/>
                  </a:moveTo>
                  <a:lnTo>
                    <a:pt x="2105" y="179045"/>
                  </a:lnTo>
                  <a:lnTo>
                    <a:pt x="7331" y="152680"/>
                  </a:lnTo>
                  <a:lnTo>
                    <a:pt x="28079" y="102958"/>
                  </a:lnTo>
                  <a:lnTo>
                    <a:pt x="60701" y="60344"/>
                  </a:lnTo>
                  <a:lnTo>
                    <a:pt x="103314" y="27711"/>
                  </a:lnTo>
                  <a:lnTo>
                    <a:pt x="152903" y="7107"/>
                  </a:lnTo>
                  <a:lnTo>
                    <a:pt x="206273" y="0"/>
                  </a:lnTo>
                  <a:lnTo>
                    <a:pt x="3223437" y="355"/>
                  </a:lnTo>
                  <a:lnTo>
                    <a:pt x="3276669" y="7331"/>
                  </a:lnTo>
                  <a:lnTo>
                    <a:pt x="3326396" y="28079"/>
                  </a:lnTo>
                  <a:lnTo>
                    <a:pt x="3369009" y="60701"/>
                  </a:lnTo>
                  <a:lnTo>
                    <a:pt x="3401631" y="103314"/>
                  </a:lnTo>
                  <a:lnTo>
                    <a:pt x="3422246" y="152903"/>
                  </a:lnTo>
                  <a:lnTo>
                    <a:pt x="3429355" y="206273"/>
                  </a:lnTo>
                  <a:lnTo>
                    <a:pt x="3429355" y="1028877"/>
                  </a:lnTo>
                  <a:lnTo>
                    <a:pt x="3427606" y="1055745"/>
                  </a:lnTo>
                  <a:lnTo>
                    <a:pt x="3422380" y="1082109"/>
                  </a:lnTo>
                  <a:lnTo>
                    <a:pt x="3401631" y="1131836"/>
                  </a:lnTo>
                  <a:lnTo>
                    <a:pt x="3369009" y="1174449"/>
                  </a:lnTo>
                  <a:lnTo>
                    <a:pt x="3326396" y="1207071"/>
                  </a:lnTo>
                  <a:lnTo>
                    <a:pt x="3276807" y="1227686"/>
                  </a:lnTo>
                  <a:lnTo>
                    <a:pt x="3223437" y="1234795"/>
                  </a:lnTo>
                  <a:lnTo>
                    <a:pt x="205917" y="1234795"/>
                  </a:lnTo>
                  <a:lnTo>
                    <a:pt x="152680" y="1227820"/>
                  </a:lnTo>
                  <a:lnTo>
                    <a:pt x="102958" y="1207071"/>
                  </a:lnTo>
                  <a:lnTo>
                    <a:pt x="60344" y="1174449"/>
                  </a:lnTo>
                  <a:lnTo>
                    <a:pt x="27711" y="1131836"/>
                  </a:lnTo>
                  <a:lnTo>
                    <a:pt x="7107" y="1082247"/>
                  </a:lnTo>
                  <a:lnTo>
                    <a:pt x="0" y="1028877"/>
                  </a:lnTo>
                  <a:lnTo>
                    <a:pt x="355" y="205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803" y="2721584"/>
              <a:ext cx="152996" cy="132300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85444" y="274319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6371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29" y="1234084"/>
                  </a:lnTo>
                  <a:lnTo>
                    <a:pt x="63715" y="12340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5444" y="274319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32029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34084"/>
                  </a:lnTo>
                  <a:lnTo>
                    <a:pt x="32029" y="1234084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10336" y="2913024"/>
            <a:ext cx="2747645" cy="811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10" dirty="0">
                <a:solidFill>
                  <a:srgbClr val="122A49"/>
                </a:solidFill>
                <a:latin typeface="Arial Black"/>
                <a:cs typeface="Arial Black"/>
              </a:rPr>
              <a:t>API</a:t>
            </a:r>
            <a:r>
              <a:rPr sz="1600" spc="-12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204" dirty="0">
                <a:solidFill>
                  <a:srgbClr val="122A49"/>
                </a:solidFill>
                <a:latin typeface="Arial Black"/>
                <a:cs typeface="Arial Black"/>
              </a:rPr>
              <a:t>/</a:t>
            </a:r>
            <a:r>
              <a:rPr sz="1600" spc="-11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database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Validation,</a:t>
            </a:r>
            <a:r>
              <a:rPr sz="12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persistence,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 not-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found</a:t>
            </a:r>
            <a:r>
              <a:rPr sz="1200" spc="-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25" dirty="0">
                <a:solidFill>
                  <a:srgbClr val="2C3A48"/>
                </a:solidFill>
                <a:latin typeface="Noto Sans"/>
                <a:cs typeface="Noto Sans"/>
              </a:rPr>
              <a:t>and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server</a:t>
            </a:r>
            <a:r>
              <a:rPr sz="1200" spc="-5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errors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389844" y="2721216"/>
            <a:ext cx="3519170" cy="1323975"/>
            <a:chOff x="4389844" y="2721216"/>
            <a:chExt cx="3519170" cy="1323975"/>
          </a:xfrm>
        </p:grpSpPr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9844" y="2721216"/>
              <a:ext cx="3518636" cy="132374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434484" y="274284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4" h="1235075">
                  <a:moveTo>
                    <a:pt x="206273" y="0"/>
                  </a:moveTo>
                  <a:lnTo>
                    <a:pt x="152903" y="7107"/>
                  </a:lnTo>
                  <a:lnTo>
                    <a:pt x="103314" y="27711"/>
                  </a:lnTo>
                  <a:lnTo>
                    <a:pt x="60701" y="60344"/>
                  </a:lnTo>
                  <a:lnTo>
                    <a:pt x="28079" y="102958"/>
                  </a:lnTo>
                  <a:lnTo>
                    <a:pt x="7331" y="152680"/>
                  </a:lnTo>
                  <a:lnTo>
                    <a:pt x="355" y="205917"/>
                  </a:lnTo>
                  <a:lnTo>
                    <a:pt x="0" y="1028877"/>
                  </a:lnTo>
                  <a:lnTo>
                    <a:pt x="1788" y="1055745"/>
                  </a:lnTo>
                  <a:lnTo>
                    <a:pt x="15789" y="1107650"/>
                  </a:lnTo>
                  <a:lnTo>
                    <a:pt x="42662" y="1154273"/>
                  </a:lnTo>
                  <a:lnTo>
                    <a:pt x="80521" y="1192128"/>
                  </a:lnTo>
                  <a:lnTo>
                    <a:pt x="127195" y="1219150"/>
                  </a:lnTo>
                  <a:lnTo>
                    <a:pt x="179045" y="1233046"/>
                  </a:lnTo>
                  <a:lnTo>
                    <a:pt x="205917" y="1234795"/>
                  </a:lnTo>
                  <a:lnTo>
                    <a:pt x="3223437" y="1234795"/>
                  </a:lnTo>
                  <a:lnTo>
                    <a:pt x="3249709" y="1233046"/>
                  </a:lnTo>
                  <a:lnTo>
                    <a:pt x="3250212" y="1233046"/>
                  </a:lnTo>
                  <a:lnTo>
                    <a:pt x="3302210" y="1219000"/>
                  </a:lnTo>
                  <a:lnTo>
                    <a:pt x="3348833" y="1192128"/>
                  </a:lnTo>
                  <a:lnTo>
                    <a:pt x="3386688" y="1154273"/>
                  </a:lnTo>
                  <a:lnTo>
                    <a:pt x="3413684" y="1107650"/>
                  </a:lnTo>
                  <a:lnTo>
                    <a:pt x="3427575" y="1055900"/>
                  </a:lnTo>
                  <a:lnTo>
                    <a:pt x="3427606" y="1055745"/>
                  </a:lnTo>
                  <a:lnTo>
                    <a:pt x="3429355" y="1028877"/>
                  </a:lnTo>
                  <a:lnTo>
                    <a:pt x="3429331" y="205917"/>
                  </a:lnTo>
                  <a:lnTo>
                    <a:pt x="3427556" y="179250"/>
                  </a:lnTo>
                  <a:lnTo>
                    <a:pt x="3413560" y="127501"/>
                  </a:lnTo>
                  <a:lnTo>
                    <a:pt x="3386688" y="80877"/>
                  </a:lnTo>
                  <a:lnTo>
                    <a:pt x="3348833" y="43023"/>
                  </a:lnTo>
                  <a:lnTo>
                    <a:pt x="3302158" y="16000"/>
                  </a:lnTo>
                  <a:lnTo>
                    <a:pt x="3250305" y="2105"/>
                  </a:lnTo>
                  <a:lnTo>
                    <a:pt x="3223437" y="355"/>
                  </a:lnTo>
                  <a:lnTo>
                    <a:pt x="206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34484" y="274284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4" h="1235075">
                  <a:moveTo>
                    <a:pt x="355" y="205917"/>
                  </a:moveTo>
                  <a:lnTo>
                    <a:pt x="2105" y="179045"/>
                  </a:lnTo>
                  <a:lnTo>
                    <a:pt x="7331" y="152680"/>
                  </a:lnTo>
                  <a:lnTo>
                    <a:pt x="28079" y="102958"/>
                  </a:lnTo>
                  <a:lnTo>
                    <a:pt x="60701" y="60344"/>
                  </a:lnTo>
                  <a:lnTo>
                    <a:pt x="103314" y="27711"/>
                  </a:lnTo>
                  <a:lnTo>
                    <a:pt x="152903" y="7107"/>
                  </a:lnTo>
                  <a:lnTo>
                    <a:pt x="206273" y="0"/>
                  </a:lnTo>
                  <a:lnTo>
                    <a:pt x="3223437" y="355"/>
                  </a:lnTo>
                  <a:lnTo>
                    <a:pt x="3276669" y="7331"/>
                  </a:lnTo>
                  <a:lnTo>
                    <a:pt x="3326396" y="28079"/>
                  </a:lnTo>
                  <a:lnTo>
                    <a:pt x="3369009" y="60701"/>
                  </a:lnTo>
                  <a:lnTo>
                    <a:pt x="3401631" y="103314"/>
                  </a:lnTo>
                  <a:lnTo>
                    <a:pt x="3422246" y="152903"/>
                  </a:lnTo>
                  <a:lnTo>
                    <a:pt x="3429355" y="206273"/>
                  </a:lnTo>
                  <a:lnTo>
                    <a:pt x="3429355" y="1028877"/>
                  </a:lnTo>
                  <a:lnTo>
                    <a:pt x="3427606" y="1055745"/>
                  </a:lnTo>
                  <a:lnTo>
                    <a:pt x="3422380" y="1082109"/>
                  </a:lnTo>
                  <a:lnTo>
                    <a:pt x="3401631" y="1131836"/>
                  </a:lnTo>
                  <a:lnTo>
                    <a:pt x="3369009" y="1174449"/>
                  </a:lnTo>
                  <a:lnTo>
                    <a:pt x="3326396" y="1207071"/>
                  </a:lnTo>
                  <a:lnTo>
                    <a:pt x="3276807" y="1227686"/>
                  </a:lnTo>
                  <a:lnTo>
                    <a:pt x="3223437" y="1234795"/>
                  </a:lnTo>
                  <a:lnTo>
                    <a:pt x="205917" y="1234795"/>
                  </a:lnTo>
                  <a:lnTo>
                    <a:pt x="152680" y="1227820"/>
                  </a:lnTo>
                  <a:lnTo>
                    <a:pt x="102958" y="1207071"/>
                  </a:lnTo>
                  <a:lnTo>
                    <a:pt x="60344" y="1174449"/>
                  </a:lnTo>
                  <a:lnTo>
                    <a:pt x="27711" y="1131836"/>
                  </a:lnTo>
                  <a:lnTo>
                    <a:pt x="7107" y="1082247"/>
                  </a:lnTo>
                  <a:lnTo>
                    <a:pt x="0" y="1028877"/>
                  </a:lnTo>
                  <a:lnTo>
                    <a:pt x="355" y="205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89844" y="2721584"/>
              <a:ext cx="152996" cy="132300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434484" y="274319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6371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29" y="1234084"/>
                  </a:lnTo>
                  <a:lnTo>
                    <a:pt x="63715" y="12340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34484" y="274319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32029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34084"/>
                  </a:lnTo>
                  <a:lnTo>
                    <a:pt x="32029" y="1234084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659376" y="2913024"/>
            <a:ext cx="2410460" cy="811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Workflows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Appointments,</a:t>
            </a:r>
            <a:r>
              <a:rPr sz="12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medication,</a:t>
            </a:r>
            <a:r>
              <a:rPr sz="1200" spc="-20" dirty="0">
                <a:solidFill>
                  <a:srgbClr val="2C3A48"/>
                </a:solidFill>
                <a:latin typeface="Noto Sans"/>
                <a:cs typeface="Noto Sans"/>
              </a:rPr>
              <a:t> nurse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duty/task</a:t>
            </a:r>
            <a:r>
              <a:rPr sz="12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constraints</a:t>
            </a:r>
            <a:endParaRPr sz="1200">
              <a:latin typeface="Noto Sans"/>
              <a:cs typeface="Noto Sans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138883" y="2721216"/>
            <a:ext cx="3519170" cy="1323975"/>
            <a:chOff x="8138883" y="2721216"/>
            <a:chExt cx="3519170" cy="1323975"/>
          </a:xfrm>
        </p:grpSpPr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38883" y="2721216"/>
              <a:ext cx="3518636" cy="132374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8183524" y="274284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4" h="1235075">
                  <a:moveTo>
                    <a:pt x="206273" y="0"/>
                  </a:moveTo>
                  <a:lnTo>
                    <a:pt x="152903" y="7107"/>
                  </a:lnTo>
                  <a:lnTo>
                    <a:pt x="103314" y="27711"/>
                  </a:lnTo>
                  <a:lnTo>
                    <a:pt x="60701" y="60344"/>
                  </a:lnTo>
                  <a:lnTo>
                    <a:pt x="28079" y="102958"/>
                  </a:lnTo>
                  <a:lnTo>
                    <a:pt x="7331" y="152680"/>
                  </a:lnTo>
                  <a:lnTo>
                    <a:pt x="355" y="205917"/>
                  </a:lnTo>
                  <a:lnTo>
                    <a:pt x="0" y="1028877"/>
                  </a:lnTo>
                  <a:lnTo>
                    <a:pt x="1788" y="1055745"/>
                  </a:lnTo>
                  <a:lnTo>
                    <a:pt x="1799" y="1055900"/>
                  </a:lnTo>
                  <a:lnTo>
                    <a:pt x="15789" y="1107650"/>
                  </a:lnTo>
                  <a:lnTo>
                    <a:pt x="42662" y="1154273"/>
                  </a:lnTo>
                  <a:lnTo>
                    <a:pt x="80521" y="1192128"/>
                  </a:lnTo>
                  <a:lnTo>
                    <a:pt x="127195" y="1219150"/>
                  </a:lnTo>
                  <a:lnTo>
                    <a:pt x="179045" y="1233046"/>
                  </a:lnTo>
                  <a:lnTo>
                    <a:pt x="205917" y="1234795"/>
                  </a:lnTo>
                  <a:lnTo>
                    <a:pt x="3223437" y="1234795"/>
                  </a:lnTo>
                  <a:lnTo>
                    <a:pt x="3249709" y="1233046"/>
                  </a:lnTo>
                  <a:lnTo>
                    <a:pt x="3250212" y="1233046"/>
                  </a:lnTo>
                  <a:lnTo>
                    <a:pt x="3302210" y="1219000"/>
                  </a:lnTo>
                  <a:lnTo>
                    <a:pt x="3348833" y="1192128"/>
                  </a:lnTo>
                  <a:lnTo>
                    <a:pt x="3386688" y="1154273"/>
                  </a:lnTo>
                  <a:lnTo>
                    <a:pt x="3413684" y="1107650"/>
                  </a:lnTo>
                  <a:lnTo>
                    <a:pt x="3427575" y="1055900"/>
                  </a:lnTo>
                  <a:lnTo>
                    <a:pt x="3427606" y="1055745"/>
                  </a:lnTo>
                  <a:lnTo>
                    <a:pt x="3429355" y="1028877"/>
                  </a:lnTo>
                  <a:lnTo>
                    <a:pt x="3429331" y="205917"/>
                  </a:lnTo>
                  <a:lnTo>
                    <a:pt x="3427556" y="179250"/>
                  </a:lnTo>
                  <a:lnTo>
                    <a:pt x="3413560" y="127501"/>
                  </a:lnTo>
                  <a:lnTo>
                    <a:pt x="3386688" y="80877"/>
                  </a:lnTo>
                  <a:lnTo>
                    <a:pt x="3348833" y="43023"/>
                  </a:lnTo>
                  <a:lnTo>
                    <a:pt x="3302158" y="16000"/>
                  </a:lnTo>
                  <a:lnTo>
                    <a:pt x="3250305" y="2105"/>
                  </a:lnTo>
                  <a:lnTo>
                    <a:pt x="3223437" y="355"/>
                  </a:lnTo>
                  <a:lnTo>
                    <a:pt x="206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183524" y="2742844"/>
              <a:ext cx="3429635" cy="1235075"/>
            </a:xfrm>
            <a:custGeom>
              <a:avLst/>
              <a:gdLst/>
              <a:ahLst/>
              <a:cxnLst/>
              <a:rect l="l" t="t" r="r" b="b"/>
              <a:pathLst>
                <a:path w="3429634" h="1235075">
                  <a:moveTo>
                    <a:pt x="355" y="205917"/>
                  </a:moveTo>
                  <a:lnTo>
                    <a:pt x="2105" y="179045"/>
                  </a:lnTo>
                  <a:lnTo>
                    <a:pt x="7331" y="152680"/>
                  </a:lnTo>
                  <a:lnTo>
                    <a:pt x="28079" y="102958"/>
                  </a:lnTo>
                  <a:lnTo>
                    <a:pt x="60701" y="60344"/>
                  </a:lnTo>
                  <a:lnTo>
                    <a:pt x="103314" y="27711"/>
                  </a:lnTo>
                  <a:lnTo>
                    <a:pt x="152903" y="7107"/>
                  </a:lnTo>
                  <a:lnTo>
                    <a:pt x="206273" y="0"/>
                  </a:lnTo>
                  <a:lnTo>
                    <a:pt x="3223437" y="355"/>
                  </a:lnTo>
                  <a:lnTo>
                    <a:pt x="3276669" y="7331"/>
                  </a:lnTo>
                  <a:lnTo>
                    <a:pt x="3326396" y="28079"/>
                  </a:lnTo>
                  <a:lnTo>
                    <a:pt x="3369009" y="60701"/>
                  </a:lnTo>
                  <a:lnTo>
                    <a:pt x="3401631" y="103314"/>
                  </a:lnTo>
                  <a:lnTo>
                    <a:pt x="3422246" y="152903"/>
                  </a:lnTo>
                  <a:lnTo>
                    <a:pt x="3429355" y="206273"/>
                  </a:lnTo>
                  <a:lnTo>
                    <a:pt x="3429355" y="1028877"/>
                  </a:lnTo>
                  <a:lnTo>
                    <a:pt x="3427606" y="1055745"/>
                  </a:lnTo>
                  <a:lnTo>
                    <a:pt x="3422380" y="1082109"/>
                  </a:lnTo>
                  <a:lnTo>
                    <a:pt x="3401631" y="1131836"/>
                  </a:lnTo>
                  <a:lnTo>
                    <a:pt x="3369009" y="1174449"/>
                  </a:lnTo>
                  <a:lnTo>
                    <a:pt x="3326396" y="1207071"/>
                  </a:lnTo>
                  <a:lnTo>
                    <a:pt x="3276807" y="1227686"/>
                  </a:lnTo>
                  <a:lnTo>
                    <a:pt x="3223437" y="1234795"/>
                  </a:lnTo>
                  <a:lnTo>
                    <a:pt x="205917" y="1234795"/>
                  </a:lnTo>
                  <a:lnTo>
                    <a:pt x="152680" y="1227820"/>
                  </a:lnTo>
                  <a:lnTo>
                    <a:pt x="102958" y="1207071"/>
                  </a:lnTo>
                  <a:lnTo>
                    <a:pt x="60344" y="1174449"/>
                  </a:lnTo>
                  <a:lnTo>
                    <a:pt x="27711" y="1131836"/>
                  </a:lnTo>
                  <a:lnTo>
                    <a:pt x="7107" y="1082247"/>
                  </a:lnTo>
                  <a:lnTo>
                    <a:pt x="0" y="1028877"/>
                  </a:lnTo>
                  <a:lnTo>
                    <a:pt x="355" y="205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38883" y="2721584"/>
              <a:ext cx="152996" cy="132300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183524" y="274319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6371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29" y="1234084"/>
                  </a:lnTo>
                  <a:lnTo>
                    <a:pt x="63715" y="12340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183524" y="274319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32029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34084"/>
                  </a:lnTo>
                  <a:lnTo>
                    <a:pt x="32029" y="1234084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8408416" y="2913024"/>
            <a:ext cx="2900045" cy="811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75" dirty="0">
                <a:solidFill>
                  <a:srgbClr val="122A49"/>
                </a:solidFill>
                <a:latin typeface="Arial Black"/>
                <a:cs typeface="Arial Black"/>
              </a:rPr>
              <a:t>UI</a:t>
            </a:r>
            <a:r>
              <a:rPr sz="1600" spc="-12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204" dirty="0">
                <a:solidFill>
                  <a:srgbClr val="122A49"/>
                </a:solidFill>
                <a:latin typeface="Arial Black"/>
                <a:cs typeface="Arial Black"/>
              </a:rPr>
              <a:t>/</a:t>
            </a:r>
            <a:r>
              <a:rPr sz="1600" spc="-12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25" dirty="0">
                <a:solidFill>
                  <a:srgbClr val="122A49"/>
                </a:solidFill>
                <a:latin typeface="Arial Black"/>
                <a:cs typeface="Arial Black"/>
              </a:rPr>
              <a:t>E2E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Responsive</a:t>
            </a:r>
            <a:r>
              <a:rPr sz="12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layouts,</a:t>
            </a:r>
            <a:r>
              <a:rPr sz="12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navigation</a:t>
            </a:r>
            <a:r>
              <a:rPr sz="12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2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20" dirty="0">
                <a:solidFill>
                  <a:srgbClr val="2C3A48"/>
                </a:solidFill>
                <a:latin typeface="Noto Sans"/>
                <a:cs typeface="Noto Sans"/>
              </a:rPr>
              <a:t>end-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to-</a:t>
            </a:r>
            <a:r>
              <a:rPr sz="1200" dirty="0">
                <a:solidFill>
                  <a:srgbClr val="2C3A48"/>
                </a:solidFill>
                <a:latin typeface="Noto Sans"/>
                <a:cs typeface="Noto Sans"/>
              </a:rPr>
              <a:t>end</a:t>
            </a:r>
            <a:r>
              <a:rPr sz="1200" spc="-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200" spc="-10" dirty="0">
                <a:solidFill>
                  <a:srgbClr val="2C3A48"/>
                </a:solidFill>
                <a:latin typeface="Noto Sans"/>
                <a:cs typeface="Noto Sans"/>
              </a:rPr>
              <a:t>journeys</a:t>
            </a:r>
            <a:endParaRPr sz="1200">
              <a:latin typeface="Noto Sans"/>
              <a:cs typeface="Noto Sans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Deployment</a:t>
            </a:r>
            <a:r>
              <a:rPr spc="-175" dirty="0"/>
              <a:t> </a:t>
            </a:r>
            <a:r>
              <a:rPr spc="-400" dirty="0"/>
              <a:t>&amp;</a:t>
            </a:r>
            <a:r>
              <a:rPr spc="-180" dirty="0"/>
              <a:t> </a:t>
            </a:r>
            <a:r>
              <a:rPr spc="-125" dirty="0"/>
              <a:t>Runtime</a:t>
            </a:r>
            <a:r>
              <a:rPr spc="-180" dirty="0"/>
              <a:t> </a:t>
            </a:r>
            <a:r>
              <a:rPr spc="-130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5635" y="819353"/>
            <a:ext cx="747395" cy="139065"/>
            <a:chOff x="485635" y="819353"/>
            <a:chExt cx="747395" cy="139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635" y="819353"/>
              <a:ext cx="747356" cy="1389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658088" y="0"/>
                  </a:moveTo>
                  <a:lnTo>
                    <a:pt x="0" y="0"/>
                  </a:lnTo>
                  <a:lnTo>
                    <a:pt x="0" y="50037"/>
                  </a:lnTo>
                  <a:lnTo>
                    <a:pt x="329044" y="50037"/>
                  </a:lnTo>
                  <a:lnTo>
                    <a:pt x="658088" y="50037"/>
                  </a:lnTo>
                  <a:lnTo>
                    <a:pt x="658088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0275" y="840955"/>
              <a:ext cx="658495" cy="50165"/>
            </a:xfrm>
            <a:custGeom>
              <a:avLst/>
              <a:gdLst/>
              <a:ahLst/>
              <a:cxnLst/>
              <a:rect l="l" t="t" r="r" b="b"/>
              <a:pathLst>
                <a:path w="658494" h="50165">
                  <a:moveTo>
                    <a:pt x="329044" y="50037"/>
                  </a:moveTo>
                  <a:lnTo>
                    <a:pt x="0" y="50037"/>
                  </a:lnTo>
                  <a:lnTo>
                    <a:pt x="0" y="0"/>
                  </a:lnTo>
                  <a:lnTo>
                    <a:pt x="658088" y="0"/>
                  </a:lnTo>
                  <a:lnTo>
                    <a:pt x="658088" y="50037"/>
                  </a:lnTo>
                  <a:lnTo>
                    <a:pt x="329044" y="50037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85900" y="818908"/>
            <a:ext cx="41465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Deployment</a:t>
            </a:r>
            <a:r>
              <a:rPr sz="1000" spc="-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configuration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 and live URL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require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repository</a:t>
            </a:r>
            <a:r>
              <a:rPr sz="1000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000" spc="-10" dirty="0">
                <a:solidFill>
                  <a:srgbClr val="637383"/>
                </a:solidFill>
                <a:latin typeface="Noto Sans"/>
                <a:cs typeface="Noto Sans"/>
              </a:rPr>
              <a:t>verification</a:t>
            </a:r>
            <a:endParaRPr sz="1000">
              <a:latin typeface="Noto Sans"/>
              <a:cs typeface="Noto San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5083" y="1486788"/>
            <a:ext cx="2196465" cy="912494"/>
            <a:chOff x="595083" y="1486788"/>
            <a:chExt cx="2196465" cy="912494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083" y="1486788"/>
              <a:ext cx="2195995" cy="9118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39724" y="1508404"/>
              <a:ext cx="2106930" cy="822960"/>
            </a:xfrm>
            <a:custGeom>
              <a:avLst/>
              <a:gdLst/>
              <a:ahLst/>
              <a:cxnLst/>
              <a:rect l="l" t="t" r="r" b="b"/>
              <a:pathLst>
                <a:path w="2106930" h="822960">
                  <a:moveTo>
                    <a:pt x="1969198" y="0"/>
                  </a:moveTo>
                  <a:lnTo>
                    <a:pt x="137159" y="0"/>
                  </a:lnTo>
                  <a:lnTo>
                    <a:pt x="119178" y="1197"/>
                  </a:lnTo>
                  <a:lnTo>
                    <a:pt x="68757" y="18351"/>
                  </a:lnTo>
                  <a:lnTo>
                    <a:pt x="28306" y="53589"/>
                  </a:lnTo>
                  <a:lnTo>
                    <a:pt x="4713" y="101606"/>
                  </a:lnTo>
                  <a:lnTo>
                    <a:pt x="0" y="137160"/>
                  </a:lnTo>
                  <a:lnTo>
                    <a:pt x="0" y="685800"/>
                  </a:lnTo>
                  <a:lnTo>
                    <a:pt x="1173" y="703418"/>
                  </a:lnTo>
                  <a:lnTo>
                    <a:pt x="1197" y="703776"/>
                  </a:lnTo>
                  <a:lnTo>
                    <a:pt x="18351" y="754189"/>
                  </a:lnTo>
                  <a:lnTo>
                    <a:pt x="53589" y="794648"/>
                  </a:lnTo>
                  <a:lnTo>
                    <a:pt x="101560" y="818230"/>
                  </a:lnTo>
                  <a:lnTo>
                    <a:pt x="137159" y="822960"/>
                  </a:lnTo>
                  <a:lnTo>
                    <a:pt x="1969554" y="822591"/>
                  </a:lnTo>
                  <a:lnTo>
                    <a:pt x="2022001" y="812117"/>
                  </a:lnTo>
                  <a:lnTo>
                    <a:pt x="2066529" y="782453"/>
                  </a:lnTo>
                  <a:lnTo>
                    <a:pt x="2096131" y="738242"/>
                  </a:lnTo>
                  <a:lnTo>
                    <a:pt x="2096234" y="738031"/>
                  </a:lnTo>
                  <a:lnTo>
                    <a:pt x="2106689" y="685800"/>
                  </a:lnTo>
                  <a:lnTo>
                    <a:pt x="2106714" y="685431"/>
                  </a:lnTo>
                  <a:lnTo>
                    <a:pt x="2106358" y="137160"/>
                  </a:lnTo>
                  <a:lnTo>
                    <a:pt x="2095878" y="84710"/>
                  </a:lnTo>
                  <a:lnTo>
                    <a:pt x="2066218" y="40182"/>
                  </a:lnTo>
                  <a:lnTo>
                    <a:pt x="2021796" y="10474"/>
                  </a:lnTo>
                  <a:lnTo>
                    <a:pt x="1987180" y="1197"/>
                  </a:lnTo>
                  <a:lnTo>
                    <a:pt x="19691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9724" y="1508404"/>
              <a:ext cx="2106930" cy="822960"/>
            </a:xfrm>
            <a:custGeom>
              <a:avLst/>
              <a:gdLst/>
              <a:ahLst/>
              <a:cxnLst/>
              <a:rect l="l" t="t" r="r" b="b"/>
              <a:pathLst>
                <a:path w="2106930" h="822960">
                  <a:moveTo>
                    <a:pt x="0" y="137160"/>
                  </a:moveTo>
                  <a:lnTo>
                    <a:pt x="1197" y="119172"/>
                  </a:lnTo>
                  <a:lnTo>
                    <a:pt x="4722" y="101560"/>
                  </a:lnTo>
                  <a:lnTo>
                    <a:pt x="28306" y="53589"/>
                  </a:lnTo>
                  <a:lnTo>
                    <a:pt x="68757" y="18351"/>
                  </a:lnTo>
                  <a:lnTo>
                    <a:pt x="119178" y="1197"/>
                  </a:lnTo>
                  <a:lnTo>
                    <a:pt x="137159" y="0"/>
                  </a:lnTo>
                  <a:lnTo>
                    <a:pt x="1969198" y="0"/>
                  </a:lnTo>
                  <a:lnTo>
                    <a:pt x="2021796" y="10474"/>
                  </a:lnTo>
                  <a:lnTo>
                    <a:pt x="2066218" y="40182"/>
                  </a:lnTo>
                  <a:lnTo>
                    <a:pt x="2095878" y="84710"/>
                  </a:lnTo>
                  <a:lnTo>
                    <a:pt x="2106358" y="137160"/>
                  </a:lnTo>
                  <a:lnTo>
                    <a:pt x="2106714" y="685431"/>
                  </a:lnTo>
                  <a:lnTo>
                    <a:pt x="2105516" y="703418"/>
                  </a:lnTo>
                  <a:lnTo>
                    <a:pt x="2101989" y="721029"/>
                  </a:lnTo>
                  <a:lnTo>
                    <a:pt x="2078402" y="768996"/>
                  </a:lnTo>
                  <a:lnTo>
                    <a:pt x="2037956" y="804240"/>
                  </a:lnTo>
                  <a:lnTo>
                    <a:pt x="1987530" y="821394"/>
                  </a:lnTo>
                  <a:lnTo>
                    <a:pt x="137159" y="822960"/>
                  </a:lnTo>
                  <a:lnTo>
                    <a:pt x="84555" y="812474"/>
                  </a:lnTo>
                  <a:lnTo>
                    <a:pt x="40136" y="782774"/>
                  </a:lnTo>
                  <a:lnTo>
                    <a:pt x="10474" y="738242"/>
                  </a:lnTo>
                  <a:lnTo>
                    <a:pt x="0" y="685800"/>
                  </a:lnTo>
                  <a:lnTo>
                    <a:pt x="0" y="137160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19821" y="1842020"/>
            <a:ext cx="3473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65" dirty="0">
                <a:solidFill>
                  <a:srgbClr val="122A49"/>
                </a:solidFill>
                <a:latin typeface="Arial Black"/>
                <a:cs typeface="Arial Black"/>
              </a:rPr>
              <a:t>User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70822" y="16789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11602" y="1486788"/>
            <a:ext cx="2196465" cy="912494"/>
            <a:chOff x="2811602" y="1486788"/>
            <a:chExt cx="2196465" cy="912494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1602" y="1486788"/>
              <a:ext cx="2195995" cy="91188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856242" y="1508404"/>
              <a:ext cx="2106930" cy="822960"/>
            </a:xfrm>
            <a:custGeom>
              <a:avLst/>
              <a:gdLst/>
              <a:ahLst/>
              <a:cxnLst/>
              <a:rect l="l" t="t" r="r" b="b"/>
              <a:pathLst>
                <a:path w="2106929" h="822960">
                  <a:moveTo>
                    <a:pt x="1969198" y="0"/>
                  </a:moveTo>
                  <a:lnTo>
                    <a:pt x="137159" y="0"/>
                  </a:lnTo>
                  <a:lnTo>
                    <a:pt x="119183" y="1197"/>
                  </a:lnTo>
                  <a:lnTo>
                    <a:pt x="68757" y="18351"/>
                  </a:lnTo>
                  <a:lnTo>
                    <a:pt x="28306" y="53589"/>
                  </a:lnTo>
                  <a:lnTo>
                    <a:pt x="4713" y="101606"/>
                  </a:lnTo>
                  <a:lnTo>
                    <a:pt x="0" y="137160"/>
                  </a:lnTo>
                  <a:lnTo>
                    <a:pt x="0" y="685800"/>
                  </a:lnTo>
                  <a:lnTo>
                    <a:pt x="10402" y="738031"/>
                  </a:lnTo>
                  <a:lnTo>
                    <a:pt x="10474" y="738242"/>
                  </a:lnTo>
                  <a:lnTo>
                    <a:pt x="40138" y="782774"/>
                  </a:lnTo>
                  <a:lnTo>
                    <a:pt x="84562" y="812474"/>
                  </a:lnTo>
                  <a:lnTo>
                    <a:pt x="137159" y="822960"/>
                  </a:lnTo>
                  <a:lnTo>
                    <a:pt x="1969554" y="822591"/>
                  </a:lnTo>
                  <a:lnTo>
                    <a:pt x="2022001" y="812117"/>
                  </a:lnTo>
                  <a:lnTo>
                    <a:pt x="2066531" y="782453"/>
                  </a:lnTo>
                  <a:lnTo>
                    <a:pt x="2096136" y="738242"/>
                  </a:lnTo>
                  <a:lnTo>
                    <a:pt x="2096239" y="738031"/>
                  </a:lnTo>
                  <a:lnTo>
                    <a:pt x="2106689" y="685800"/>
                  </a:lnTo>
                  <a:lnTo>
                    <a:pt x="2106714" y="685431"/>
                  </a:lnTo>
                  <a:lnTo>
                    <a:pt x="2106358" y="137160"/>
                  </a:lnTo>
                  <a:lnTo>
                    <a:pt x="2095878" y="84710"/>
                  </a:lnTo>
                  <a:lnTo>
                    <a:pt x="2066218" y="40182"/>
                  </a:lnTo>
                  <a:lnTo>
                    <a:pt x="2021796" y="10474"/>
                  </a:lnTo>
                  <a:lnTo>
                    <a:pt x="1987180" y="1197"/>
                  </a:lnTo>
                  <a:lnTo>
                    <a:pt x="19691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56242" y="1508404"/>
              <a:ext cx="2106930" cy="822960"/>
            </a:xfrm>
            <a:custGeom>
              <a:avLst/>
              <a:gdLst/>
              <a:ahLst/>
              <a:cxnLst/>
              <a:rect l="l" t="t" r="r" b="b"/>
              <a:pathLst>
                <a:path w="2106929" h="822960">
                  <a:moveTo>
                    <a:pt x="0" y="137160"/>
                  </a:moveTo>
                  <a:lnTo>
                    <a:pt x="1197" y="119172"/>
                  </a:lnTo>
                  <a:lnTo>
                    <a:pt x="4722" y="101560"/>
                  </a:lnTo>
                  <a:lnTo>
                    <a:pt x="28306" y="53589"/>
                  </a:lnTo>
                  <a:lnTo>
                    <a:pt x="68757" y="18351"/>
                  </a:lnTo>
                  <a:lnTo>
                    <a:pt x="119183" y="1197"/>
                  </a:lnTo>
                  <a:lnTo>
                    <a:pt x="137159" y="0"/>
                  </a:lnTo>
                  <a:lnTo>
                    <a:pt x="1969198" y="0"/>
                  </a:lnTo>
                  <a:lnTo>
                    <a:pt x="2021796" y="10474"/>
                  </a:lnTo>
                  <a:lnTo>
                    <a:pt x="2066218" y="40182"/>
                  </a:lnTo>
                  <a:lnTo>
                    <a:pt x="2095878" y="84710"/>
                  </a:lnTo>
                  <a:lnTo>
                    <a:pt x="2106358" y="137160"/>
                  </a:lnTo>
                  <a:lnTo>
                    <a:pt x="2106714" y="685431"/>
                  </a:lnTo>
                  <a:lnTo>
                    <a:pt x="2105516" y="703418"/>
                  </a:lnTo>
                  <a:lnTo>
                    <a:pt x="2101991" y="721029"/>
                  </a:lnTo>
                  <a:lnTo>
                    <a:pt x="2078407" y="768996"/>
                  </a:lnTo>
                  <a:lnTo>
                    <a:pt x="2037956" y="804240"/>
                  </a:lnTo>
                  <a:lnTo>
                    <a:pt x="1987530" y="821394"/>
                  </a:lnTo>
                  <a:lnTo>
                    <a:pt x="137159" y="822960"/>
                  </a:lnTo>
                  <a:lnTo>
                    <a:pt x="84562" y="812474"/>
                  </a:lnTo>
                  <a:lnTo>
                    <a:pt x="40138" y="782774"/>
                  </a:lnTo>
                  <a:lnTo>
                    <a:pt x="10474" y="738242"/>
                  </a:lnTo>
                  <a:lnTo>
                    <a:pt x="0" y="685800"/>
                  </a:lnTo>
                  <a:lnTo>
                    <a:pt x="0" y="137160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89858" y="1662945"/>
            <a:ext cx="1437640" cy="48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0360">
              <a:lnSpc>
                <a:spcPct val="137900"/>
              </a:lnSpc>
              <a:spcBef>
                <a:spcPts val="100"/>
              </a:spcBef>
            </a:pPr>
            <a:r>
              <a:rPr sz="1100" spc="-100" dirty="0">
                <a:solidFill>
                  <a:srgbClr val="122A49"/>
                </a:solidFill>
                <a:latin typeface="Arial Black"/>
                <a:cs typeface="Arial Black"/>
              </a:rPr>
              <a:t>React</a:t>
            </a:r>
            <a:r>
              <a:rPr sz="1100" spc="-5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25" dirty="0">
                <a:solidFill>
                  <a:srgbClr val="122A49"/>
                </a:solidFill>
                <a:latin typeface="Arial Black"/>
                <a:cs typeface="Arial Black"/>
              </a:rPr>
              <a:t>Web </a:t>
            </a:r>
            <a:r>
              <a:rPr sz="1100" spc="-95" dirty="0">
                <a:solidFill>
                  <a:srgbClr val="122A49"/>
                </a:solidFill>
                <a:latin typeface="Arial Black"/>
                <a:cs typeface="Arial Black"/>
              </a:rPr>
              <a:t>(Vercel</a:t>
            </a:r>
            <a:r>
              <a:rPr sz="1100" spc="-5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20" dirty="0">
                <a:solidFill>
                  <a:srgbClr val="122A49"/>
                </a:solidFill>
                <a:latin typeface="Arial Black"/>
                <a:cs typeface="Arial Black"/>
              </a:rPr>
              <a:t>if</a:t>
            </a:r>
            <a:r>
              <a:rPr sz="1100" spc="-5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55" dirty="0">
                <a:solidFill>
                  <a:srgbClr val="122A49"/>
                </a:solidFill>
                <a:latin typeface="Arial Black"/>
                <a:cs typeface="Arial Black"/>
              </a:rPr>
              <a:t>confirmed)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87340" y="16789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028120" y="1486788"/>
            <a:ext cx="2196465" cy="912494"/>
            <a:chOff x="5028120" y="1486788"/>
            <a:chExt cx="2196465" cy="912494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8120" y="1486788"/>
              <a:ext cx="2195995" cy="91188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072761" y="1508404"/>
              <a:ext cx="2106930" cy="822960"/>
            </a:xfrm>
            <a:custGeom>
              <a:avLst/>
              <a:gdLst/>
              <a:ahLst/>
              <a:cxnLst/>
              <a:rect l="l" t="t" r="r" b="b"/>
              <a:pathLst>
                <a:path w="2106929" h="822960">
                  <a:moveTo>
                    <a:pt x="1969198" y="0"/>
                  </a:moveTo>
                  <a:lnTo>
                    <a:pt x="137160" y="0"/>
                  </a:lnTo>
                  <a:lnTo>
                    <a:pt x="119183" y="1197"/>
                  </a:lnTo>
                  <a:lnTo>
                    <a:pt x="68757" y="18351"/>
                  </a:lnTo>
                  <a:lnTo>
                    <a:pt x="28311" y="53589"/>
                  </a:lnTo>
                  <a:lnTo>
                    <a:pt x="4715" y="101606"/>
                  </a:lnTo>
                  <a:lnTo>
                    <a:pt x="0" y="137160"/>
                  </a:lnTo>
                  <a:lnTo>
                    <a:pt x="0" y="685800"/>
                  </a:lnTo>
                  <a:lnTo>
                    <a:pt x="1173" y="703418"/>
                  </a:lnTo>
                  <a:lnTo>
                    <a:pt x="1197" y="703776"/>
                  </a:lnTo>
                  <a:lnTo>
                    <a:pt x="4660" y="721029"/>
                  </a:lnTo>
                  <a:lnTo>
                    <a:pt x="4724" y="721347"/>
                  </a:lnTo>
                  <a:lnTo>
                    <a:pt x="28306" y="769209"/>
                  </a:lnTo>
                  <a:lnTo>
                    <a:pt x="68402" y="804595"/>
                  </a:lnTo>
                  <a:lnTo>
                    <a:pt x="119178" y="821760"/>
                  </a:lnTo>
                  <a:lnTo>
                    <a:pt x="137160" y="822960"/>
                  </a:lnTo>
                  <a:lnTo>
                    <a:pt x="1969554" y="822591"/>
                  </a:lnTo>
                  <a:lnTo>
                    <a:pt x="2022003" y="812117"/>
                  </a:lnTo>
                  <a:lnTo>
                    <a:pt x="2066531" y="782453"/>
                  </a:lnTo>
                  <a:lnTo>
                    <a:pt x="2096136" y="738242"/>
                  </a:lnTo>
                  <a:lnTo>
                    <a:pt x="2096239" y="738031"/>
                  </a:lnTo>
                  <a:lnTo>
                    <a:pt x="2101883" y="721347"/>
                  </a:lnTo>
                  <a:lnTo>
                    <a:pt x="2101991" y="721029"/>
                  </a:lnTo>
                  <a:lnTo>
                    <a:pt x="2105445" y="703776"/>
                  </a:lnTo>
                  <a:lnTo>
                    <a:pt x="2105516" y="703418"/>
                  </a:lnTo>
                  <a:lnTo>
                    <a:pt x="2106689" y="685800"/>
                  </a:lnTo>
                  <a:lnTo>
                    <a:pt x="2106714" y="685431"/>
                  </a:lnTo>
                  <a:lnTo>
                    <a:pt x="2106358" y="137160"/>
                  </a:lnTo>
                  <a:lnTo>
                    <a:pt x="2095878" y="84710"/>
                  </a:lnTo>
                  <a:lnTo>
                    <a:pt x="2066218" y="40182"/>
                  </a:lnTo>
                  <a:lnTo>
                    <a:pt x="2021796" y="10474"/>
                  </a:lnTo>
                  <a:lnTo>
                    <a:pt x="1987180" y="1197"/>
                  </a:lnTo>
                  <a:lnTo>
                    <a:pt x="19691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72761" y="1508404"/>
              <a:ext cx="2106930" cy="822960"/>
            </a:xfrm>
            <a:custGeom>
              <a:avLst/>
              <a:gdLst/>
              <a:ahLst/>
              <a:cxnLst/>
              <a:rect l="l" t="t" r="r" b="b"/>
              <a:pathLst>
                <a:path w="2106929" h="822960">
                  <a:moveTo>
                    <a:pt x="0" y="137160"/>
                  </a:moveTo>
                  <a:lnTo>
                    <a:pt x="1197" y="119172"/>
                  </a:lnTo>
                  <a:lnTo>
                    <a:pt x="4724" y="101560"/>
                  </a:lnTo>
                  <a:lnTo>
                    <a:pt x="28311" y="53589"/>
                  </a:lnTo>
                  <a:lnTo>
                    <a:pt x="68757" y="18351"/>
                  </a:lnTo>
                  <a:lnTo>
                    <a:pt x="119183" y="1197"/>
                  </a:lnTo>
                  <a:lnTo>
                    <a:pt x="137160" y="0"/>
                  </a:lnTo>
                  <a:lnTo>
                    <a:pt x="1969198" y="0"/>
                  </a:lnTo>
                  <a:lnTo>
                    <a:pt x="2021796" y="10474"/>
                  </a:lnTo>
                  <a:lnTo>
                    <a:pt x="2066218" y="40182"/>
                  </a:lnTo>
                  <a:lnTo>
                    <a:pt x="2095878" y="84710"/>
                  </a:lnTo>
                  <a:lnTo>
                    <a:pt x="2106358" y="137160"/>
                  </a:lnTo>
                  <a:lnTo>
                    <a:pt x="2106714" y="685431"/>
                  </a:lnTo>
                  <a:lnTo>
                    <a:pt x="2105516" y="703418"/>
                  </a:lnTo>
                  <a:lnTo>
                    <a:pt x="2101991" y="721029"/>
                  </a:lnTo>
                  <a:lnTo>
                    <a:pt x="2078407" y="768996"/>
                  </a:lnTo>
                  <a:lnTo>
                    <a:pt x="2037956" y="804240"/>
                  </a:lnTo>
                  <a:lnTo>
                    <a:pt x="1987535" y="821394"/>
                  </a:lnTo>
                  <a:lnTo>
                    <a:pt x="137160" y="822960"/>
                  </a:lnTo>
                  <a:lnTo>
                    <a:pt x="84562" y="812474"/>
                  </a:lnTo>
                  <a:lnTo>
                    <a:pt x="40139" y="782774"/>
                  </a:lnTo>
                  <a:lnTo>
                    <a:pt x="10479" y="738242"/>
                  </a:lnTo>
                  <a:lnTo>
                    <a:pt x="0" y="685800"/>
                  </a:lnTo>
                  <a:lnTo>
                    <a:pt x="0" y="137160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675299" y="1662945"/>
            <a:ext cx="901700" cy="48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 indent="-5715">
              <a:lnSpc>
                <a:spcPct val="137900"/>
              </a:lnSpc>
              <a:spcBef>
                <a:spcPts val="100"/>
              </a:spcBef>
            </a:pPr>
            <a:r>
              <a:rPr sz="1100" spc="-90" dirty="0">
                <a:solidFill>
                  <a:srgbClr val="122A49"/>
                </a:solidFill>
                <a:latin typeface="Arial Black"/>
                <a:cs typeface="Arial Black"/>
              </a:rPr>
              <a:t>Backend</a:t>
            </a:r>
            <a:r>
              <a:rPr sz="1100" spc="-3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70" dirty="0">
                <a:solidFill>
                  <a:srgbClr val="122A49"/>
                </a:solidFill>
                <a:latin typeface="Arial Black"/>
                <a:cs typeface="Arial Black"/>
              </a:rPr>
              <a:t>API </a:t>
            </a:r>
            <a:r>
              <a:rPr sz="1100" spc="-35" dirty="0">
                <a:solidFill>
                  <a:srgbClr val="122A49"/>
                </a:solidFill>
                <a:latin typeface="Arial Black"/>
                <a:cs typeface="Arial Black"/>
              </a:rPr>
              <a:t>(if</a:t>
            </a:r>
            <a:r>
              <a:rPr sz="1100" spc="-7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60" dirty="0">
                <a:solidFill>
                  <a:srgbClr val="122A49"/>
                </a:solidFill>
                <a:latin typeface="Arial Black"/>
                <a:cs typeface="Arial Black"/>
              </a:rPr>
              <a:t>deployed)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03858" y="16789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244638" y="1486788"/>
            <a:ext cx="2196465" cy="912494"/>
            <a:chOff x="7244638" y="1486788"/>
            <a:chExt cx="2196465" cy="912494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44638" y="1486788"/>
              <a:ext cx="2195995" cy="91188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289278" y="1508404"/>
              <a:ext cx="2106930" cy="822960"/>
            </a:xfrm>
            <a:custGeom>
              <a:avLst/>
              <a:gdLst/>
              <a:ahLst/>
              <a:cxnLst/>
              <a:rect l="l" t="t" r="r" b="b"/>
              <a:pathLst>
                <a:path w="2106929" h="822960">
                  <a:moveTo>
                    <a:pt x="1969198" y="0"/>
                  </a:moveTo>
                  <a:lnTo>
                    <a:pt x="137160" y="0"/>
                  </a:lnTo>
                  <a:lnTo>
                    <a:pt x="119183" y="1197"/>
                  </a:lnTo>
                  <a:lnTo>
                    <a:pt x="68757" y="18351"/>
                  </a:lnTo>
                  <a:lnTo>
                    <a:pt x="28311" y="53589"/>
                  </a:lnTo>
                  <a:lnTo>
                    <a:pt x="4715" y="101606"/>
                  </a:lnTo>
                  <a:lnTo>
                    <a:pt x="0" y="137160"/>
                  </a:lnTo>
                  <a:lnTo>
                    <a:pt x="0" y="685800"/>
                  </a:lnTo>
                  <a:lnTo>
                    <a:pt x="1173" y="703418"/>
                  </a:lnTo>
                  <a:lnTo>
                    <a:pt x="1197" y="703776"/>
                  </a:lnTo>
                  <a:lnTo>
                    <a:pt x="4660" y="721029"/>
                  </a:lnTo>
                  <a:lnTo>
                    <a:pt x="4724" y="721347"/>
                  </a:lnTo>
                  <a:lnTo>
                    <a:pt x="10407" y="738031"/>
                  </a:lnTo>
                  <a:lnTo>
                    <a:pt x="40139" y="782774"/>
                  </a:lnTo>
                  <a:lnTo>
                    <a:pt x="84562" y="812474"/>
                  </a:lnTo>
                  <a:lnTo>
                    <a:pt x="137160" y="822960"/>
                  </a:lnTo>
                  <a:lnTo>
                    <a:pt x="1969566" y="822591"/>
                  </a:lnTo>
                  <a:lnTo>
                    <a:pt x="2022009" y="812117"/>
                  </a:lnTo>
                  <a:lnTo>
                    <a:pt x="2066531" y="782453"/>
                  </a:lnTo>
                  <a:lnTo>
                    <a:pt x="2096138" y="738242"/>
                  </a:lnTo>
                  <a:lnTo>
                    <a:pt x="2096241" y="738031"/>
                  </a:lnTo>
                  <a:lnTo>
                    <a:pt x="2101890" y="721347"/>
                  </a:lnTo>
                  <a:lnTo>
                    <a:pt x="2101997" y="721029"/>
                  </a:lnTo>
                  <a:lnTo>
                    <a:pt x="2105455" y="703776"/>
                  </a:lnTo>
                  <a:lnTo>
                    <a:pt x="2105527" y="703418"/>
                  </a:lnTo>
                  <a:lnTo>
                    <a:pt x="2106702" y="685800"/>
                  </a:lnTo>
                  <a:lnTo>
                    <a:pt x="2106726" y="685431"/>
                  </a:lnTo>
                  <a:lnTo>
                    <a:pt x="2106358" y="137160"/>
                  </a:lnTo>
                  <a:lnTo>
                    <a:pt x="2095883" y="84710"/>
                  </a:lnTo>
                  <a:lnTo>
                    <a:pt x="2066220" y="40182"/>
                  </a:lnTo>
                  <a:lnTo>
                    <a:pt x="2021796" y="10474"/>
                  </a:lnTo>
                  <a:lnTo>
                    <a:pt x="1987180" y="1197"/>
                  </a:lnTo>
                  <a:lnTo>
                    <a:pt x="19691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89278" y="1508404"/>
              <a:ext cx="2106930" cy="822960"/>
            </a:xfrm>
            <a:custGeom>
              <a:avLst/>
              <a:gdLst/>
              <a:ahLst/>
              <a:cxnLst/>
              <a:rect l="l" t="t" r="r" b="b"/>
              <a:pathLst>
                <a:path w="2106929" h="822960">
                  <a:moveTo>
                    <a:pt x="0" y="137160"/>
                  </a:moveTo>
                  <a:lnTo>
                    <a:pt x="1197" y="119172"/>
                  </a:lnTo>
                  <a:lnTo>
                    <a:pt x="4724" y="101560"/>
                  </a:lnTo>
                  <a:lnTo>
                    <a:pt x="28311" y="53589"/>
                  </a:lnTo>
                  <a:lnTo>
                    <a:pt x="68757" y="18351"/>
                  </a:lnTo>
                  <a:lnTo>
                    <a:pt x="119183" y="1197"/>
                  </a:lnTo>
                  <a:lnTo>
                    <a:pt x="137160" y="0"/>
                  </a:lnTo>
                  <a:lnTo>
                    <a:pt x="1969198" y="0"/>
                  </a:lnTo>
                  <a:lnTo>
                    <a:pt x="2021796" y="10474"/>
                  </a:lnTo>
                  <a:lnTo>
                    <a:pt x="2066220" y="40182"/>
                  </a:lnTo>
                  <a:lnTo>
                    <a:pt x="2095883" y="84710"/>
                  </a:lnTo>
                  <a:lnTo>
                    <a:pt x="2106358" y="137160"/>
                  </a:lnTo>
                  <a:lnTo>
                    <a:pt x="2106726" y="685431"/>
                  </a:lnTo>
                  <a:lnTo>
                    <a:pt x="2105527" y="703418"/>
                  </a:lnTo>
                  <a:lnTo>
                    <a:pt x="2101997" y="721029"/>
                  </a:lnTo>
                  <a:lnTo>
                    <a:pt x="2078407" y="768996"/>
                  </a:lnTo>
                  <a:lnTo>
                    <a:pt x="2037956" y="804240"/>
                  </a:lnTo>
                  <a:lnTo>
                    <a:pt x="1987542" y="821394"/>
                  </a:lnTo>
                  <a:lnTo>
                    <a:pt x="137160" y="822960"/>
                  </a:lnTo>
                  <a:lnTo>
                    <a:pt x="84562" y="812474"/>
                  </a:lnTo>
                  <a:lnTo>
                    <a:pt x="40139" y="782774"/>
                  </a:lnTo>
                  <a:lnTo>
                    <a:pt x="10479" y="738242"/>
                  </a:lnTo>
                  <a:lnTo>
                    <a:pt x="0" y="685800"/>
                  </a:lnTo>
                  <a:lnTo>
                    <a:pt x="0" y="137160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953019" y="1662945"/>
            <a:ext cx="778510" cy="48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70" marR="5080" indent="-65405">
              <a:lnSpc>
                <a:spcPct val="137900"/>
              </a:lnSpc>
              <a:spcBef>
                <a:spcPts val="100"/>
              </a:spcBef>
            </a:pPr>
            <a:r>
              <a:rPr sz="1100" spc="-75" dirty="0">
                <a:solidFill>
                  <a:srgbClr val="122A49"/>
                </a:solidFill>
                <a:latin typeface="Arial Black"/>
                <a:cs typeface="Arial Black"/>
              </a:rPr>
              <a:t>Database</a:t>
            </a:r>
            <a:r>
              <a:rPr sz="1100" spc="-3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100" dirty="0">
                <a:solidFill>
                  <a:srgbClr val="122A49"/>
                </a:solidFill>
                <a:latin typeface="Arial Black"/>
                <a:cs typeface="Arial Black"/>
              </a:rPr>
              <a:t>/ </a:t>
            </a:r>
            <a:r>
              <a:rPr sz="1100" spc="-10" dirty="0">
                <a:solidFill>
                  <a:srgbClr val="122A49"/>
                </a:solidFill>
                <a:latin typeface="Arial Black"/>
                <a:cs typeface="Arial Black"/>
              </a:rPr>
              <a:t>Firestore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420377" y="1678940"/>
            <a:ext cx="1193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908B"/>
                </a:solidFill>
                <a:latin typeface="Arial Black"/>
                <a:cs typeface="Arial Black"/>
              </a:rPr>
              <a:t>›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461157" y="1486788"/>
            <a:ext cx="2196465" cy="912494"/>
            <a:chOff x="9461157" y="1486788"/>
            <a:chExt cx="2196465" cy="912494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61157" y="1486788"/>
              <a:ext cx="2195995" cy="91188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505797" y="1508404"/>
              <a:ext cx="2106930" cy="822960"/>
            </a:xfrm>
            <a:custGeom>
              <a:avLst/>
              <a:gdLst/>
              <a:ahLst/>
              <a:cxnLst/>
              <a:rect l="l" t="t" r="r" b="b"/>
              <a:pathLst>
                <a:path w="2106929" h="822960">
                  <a:moveTo>
                    <a:pt x="1969198" y="0"/>
                  </a:moveTo>
                  <a:lnTo>
                    <a:pt x="137159" y="0"/>
                  </a:lnTo>
                  <a:lnTo>
                    <a:pt x="119183" y="1197"/>
                  </a:lnTo>
                  <a:lnTo>
                    <a:pt x="68757" y="18351"/>
                  </a:lnTo>
                  <a:lnTo>
                    <a:pt x="28311" y="53589"/>
                  </a:lnTo>
                  <a:lnTo>
                    <a:pt x="4715" y="101606"/>
                  </a:lnTo>
                  <a:lnTo>
                    <a:pt x="0" y="137160"/>
                  </a:lnTo>
                  <a:lnTo>
                    <a:pt x="0" y="685800"/>
                  </a:lnTo>
                  <a:lnTo>
                    <a:pt x="1173" y="703418"/>
                  </a:lnTo>
                  <a:lnTo>
                    <a:pt x="1197" y="703776"/>
                  </a:lnTo>
                  <a:lnTo>
                    <a:pt x="4660" y="721029"/>
                  </a:lnTo>
                  <a:lnTo>
                    <a:pt x="4724" y="721347"/>
                  </a:lnTo>
                  <a:lnTo>
                    <a:pt x="10407" y="738031"/>
                  </a:lnTo>
                  <a:lnTo>
                    <a:pt x="40139" y="782774"/>
                  </a:lnTo>
                  <a:lnTo>
                    <a:pt x="84562" y="812474"/>
                  </a:lnTo>
                  <a:lnTo>
                    <a:pt x="137159" y="822960"/>
                  </a:lnTo>
                  <a:lnTo>
                    <a:pt x="1969566" y="822591"/>
                  </a:lnTo>
                  <a:lnTo>
                    <a:pt x="2022009" y="812117"/>
                  </a:lnTo>
                  <a:lnTo>
                    <a:pt x="2066540" y="782453"/>
                  </a:lnTo>
                  <a:lnTo>
                    <a:pt x="2096138" y="738242"/>
                  </a:lnTo>
                  <a:lnTo>
                    <a:pt x="2096241" y="738031"/>
                  </a:lnTo>
                  <a:lnTo>
                    <a:pt x="2101890" y="721347"/>
                  </a:lnTo>
                  <a:lnTo>
                    <a:pt x="2101997" y="721029"/>
                  </a:lnTo>
                  <a:lnTo>
                    <a:pt x="2105455" y="703776"/>
                  </a:lnTo>
                  <a:lnTo>
                    <a:pt x="2105527" y="703418"/>
                  </a:lnTo>
                  <a:lnTo>
                    <a:pt x="2106702" y="685800"/>
                  </a:lnTo>
                  <a:lnTo>
                    <a:pt x="2106726" y="685431"/>
                  </a:lnTo>
                  <a:lnTo>
                    <a:pt x="2106358" y="137160"/>
                  </a:lnTo>
                  <a:lnTo>
                    <a:pt x="2095883" y="84710"/>
                  </a:lnTo>
                  <a:lnTo>
                    <a:pt x="2066220" y="40182"/>
                  </a:lnTo>
                  <a:lnTo>
                    <a:pt x="2021797" y="10474"/>
                  </a:lnTo>
                  <a:lnTo>
                    <a:pt x="1987185" y="1197"/>
                  </a:lnTo>
                  <a:lnTo>
                    <a:pt x="19691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505797" y="1508404"/>
              <a:ext cx="2106930" cy="822960"/>
            </a:xfrm>
            <a:custGeom>
              <a:avLst/>
              <a:gdLst/>
              <a:ahLst/>
              <a:cxnLst/>
              <a:rect l="l" t="t" r="r" b="b"/>
              <a:pathLst>
                <a:path w="2106929" h="822960">
                  <a:moveTo>
                    <a:pt x="0" y="137160"/>
                  </a:moveTo>
                  <a:lnTo>
                    <a:pt x="1197" y="119172"/>
                  </a:lnTo>
                  <a:lnTo>
                    <a:pt x="4724" y="101560"/>
                  </a:lnTo>
                  <a:lnTo>
                    <a:pt x="28311" y="53589"/>
                  </a:lnTo>
                  <a:lnTo>
                    <a:pt x="68757" y="18351"/>
                  </a:lnTo>
                  <a:lnTo>
                    <a:pt x="119183" y="1197"/>
                  </a:lnTo>
                  <a:lnTo>
                    <a:pt x="137159" y="0"/>
                  </a:lnTo>
                  <a:lnTo>
                    <a:pt x="1969198" y="0"/>
                  </a:lnTo>
                  <a:lnTo>
                    <a:pt x="2021797" y="10474"/>
                  </a:lnTo>
                  <a:lnTo>
                    <a:pt x="2066220" y="40182"/>
                  </a:lnTo>
                  <a:lnTo>
                    <a:pt x="2095883" y="84710"/>
                  </a:lnTo>
                  <a:lnTo>
                    <a:pt x="2106358" y="137160"/>
                  </a:lnTo>
                  <a:lnTo>
                    <a:pt x="2106726" y="685431"/>
                  </a:lnTo>
                  <a:lnTo>
                    <a:pt x="2105527" y="703418"/>
                  </a:lnTo>
                  <a:lnTo>
                    <a:pt x="2101997" y="721029"/>
                  </a:lnTo>
                  <a:lnTo>
                    <a:pt x="2078414" y="768996"/>
                  </a:lnTo>
                  <a:lnTo>
                    <a:pt x="2037956" y="804240"/>
                  </a:lnTo>
                  <a:lnTo>
                    <a:pt x="1987542" y="821394"/>
                  </a:lnTo>
                  <a:lnTo>
                    <a:pt x="137159" y="822960"/>
                  </a:lnTo>
                  <a:lnTo>
                    <a:pt x="84562" y="812474"/>
                  </a:lnTo>
                  <a:lnTo>
                    <a:pt x="40139" y="782774"/>
                  </a:lnTo>
                  <a:lnTo>
                    <a:pt x="10479" y="738242"/>
                  </a:lnTo>
                  <a:lnTo>
                    <a:pt x="0" y="685800"/>
                  </a:lnTo>
                  <a:lnTo>
                    <a:pt x="0" y="137160"/>
                  </a:lnTo>
                  <a:close/>
                </a:path>
              </a:pathLst>
            </a:custGeom>
            <a:ln w="9359">
              <a:solidFill>
                <a:srgbClr val="CCDB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0080256" y="1662945"/>
            <a:ext cx="956944" cy="487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255" marR="5080" indent="-123189">
              <a:lnSpc>
                <a:spcPct val="137900"/>
              </a:lnSpc>
              <a:spcBef>
                <a:spcPts val="100"/>
              </a:spcBef>
            </a:pPr>
            <a:r>
              <a:rPr sz="1100" spc="-75" dirty="0">
                <a:solidFill>
                  <a:srgbClr val="122A49"/>
                </a:solidFill>
                <a:latin typeface="Arial Black"/>
                <a:cs typeface="Arial Black"/>
              </a:rPr>
              <a:t>File</a:t>
            </a:r>
            <a:r>
              <a:rPr sz="1100" spc="-6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65" dirty="0">
                <a:solidFill>
                  <a:srgbClr val="122A49"/>
                </a:solidFill>
                <a:latin typeface="Arial Black"/>
                <a:cs typeface="Arial Black"/>
              </a:rPr>
              <a:t>storage</a:t>
            </a:r>
            <a:r>
              <a:rPr sz="1100" spc="-5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90" dirty="0">
                <a:solidFill>
                  <a:srgbClr val="122A49"/>
                </a:solidFill>
                <a:latin typeface="Arial Black"/>
                <a:cs typeface="Arial Black"/>
              </a:rPr>
              <a:t>+ </a:t>
            </a:r>
            <a:r>
              <a:rPr sz="1100" spc="-60" dirty="0">
                <a:solidFill>
                  <a:srgbClr val="122A49"/>
                </a:solidFill>
                <a:latin typeface="Arial Black"/>
                <a:cs typeface="Arial Black"/>
              </a:rPr>
              <a:t>Gemini</a:t>
            </a:r>
            <a:r>
              <a:rPr sz="1100" spc="-4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100" spc="-35" dirty="0">
                <a:solidFill>
                  <a:srgbClr val="122A49"/>
                </a:solidFill>
                <a:latin typeface="Arial Black"/>
                <a:cs typeface="Arial Black"/>
              </a:rPr>
              <a:t>AI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86155" y="2949816"/>
            <a:ext cx="5302250" cy="1323975"/>
            <a:chOff x="686155" y="2949816"/>
            <a:chExt cx="5302250" cy="1323975"/>
          </a:xfrm>
        </p:grpSpPr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6155" y="2949816"/>
              <a:ext cx="5301716" cy="132374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30796" y="2971444"/>
              <a:ext cx="5212715" cy="1235075"/>
            </a:xfrm>
            <a:custGeom>
              <a:avLst/>
              <a:gdLst/>
              <a:ahLst/>
              <a:cxnLst/>
              <a:rect l="l" t="t" r="r" b="b"/>
              <a:pathLst>
                <a:path w="5212715" h="1235075">
                  <a:moveTo>
                    <a:pt x="206286" y="0"/>
                  </a:moveTo>
                  <a:lnTo>
                    <a:pt x="152915" y="7107"/>
                  </a:lnTo>
                  <a:lnTo>
                    <a:pt x="103327" y="27711"/>
                  </a:lnTo>
                  <a:lnTo>
                    <a:pt x="60712" y="60344"/>
                  </a:lnTo>
                  <a:lnTo>
                    <a:pt x="28079" y="102958"/>
                  </a:lnTo>
                  <a:lnTo>
                    <a:pt x="7342" y="152680"/>
                  </a:lnTo>
                  <a:lnTo>
                    <a:pt x="368" y="205917"/>
                  </a:lnTo>
                  <a:lnTo>
                    <a:pt x="0" y="1028877"/>
                  </a:lnTo>
                  <a:lnTo>
                    <a:pt x="1790" y="1055745"/>
                  </a:lnTo>
                  <a:lnTo>
                    <a:pt x="1801" y="1055900"/>
                  </a:lnTo>
                  <a:lnTo>
                    <a:pt x="15800" y="1107650"/>
                  </a:lnTo>
                  <a:lnTo>
                    <a:pt x="42667" y="1154273"/>
                  </a:lnTo>
                  <a:lnTo>
                    <a:pt x="80521" y="1192128"/>
                  </a:lnTo>
                  <a:lnTo>
                    <a:pt x="127202" y="1219150"/>
                  </a:lnTo>
                  <a:lnTo>
                    <a:pt x="179052" y="1233046"/>
                  </a:lnTo>
                  <a:lnTo>
                    <a:pt x="205917" y="1234795"/>
                  </a:lnTo>
                  <a:lnTo>
                    <a:pt x="5006517" y="1234795"/>
                  </a:lnTo>
                  <a:lnTo>
                    <a:pt x="5032789" y="1233046"/>
                  </a:lnTo>
                  <a:lnTo>
                    <a:pt x="5033292" y="1233046"/>
                  </a:lnTo>
                  <a:lnTo>
                    <a:pt x="5085295" y="1219000"/>
                  </a:lnTo>
                  <a:lnTo>
                    <a:pt x="5131926" y="1192128"/>
                  </a:lnTo>
                  <a:lnTo>
                    <a:pt x="5169780" y="1154273"/>
                  </a:lnTo>
                  <a:lnTo>
                    <a:pt x="5196777" y="1107650"/>
                  </a:lnTo>
                  <a:lnTo>
                    <a:pt x="5210668" y="1055900"/>
                  </a:lnTo>
                  <a:lnTo>
                    <a:pt x="5210698" y="1055745"/>
                  </a:lnTo>
                  <a:lnTo>
                    <a:pt x="5212448" y="1028877"/>
                  </a:lnTo>
                  <a:lnTo>
                    <a:pt x="5212424" y="205917"/>
                  </a:lnTo>
                  <a:lnTo>
                    <a:pt x="5210647" y="179250"/>
                  </a:lnTo>
                  <a:lnTo>
                    <a:pt x="5196648" y="127501"/>
                  </a:lnTo>
                  <a:lnTo>
                    <a:pt x="5169780" y="80877"/>
                  </a:lnTo>
                  <a:lnTo>
                    <a:pt x="5131926" y="43023"/>
                  </a:lnTo>
                  <a:lnTo>
                    <a:pt x="5085245" y="16000"/>
                  </a:lnTo>
                  <a:lnTo>
                    <a:pt x="5033390" y="2105"/>
                  </a:lnTo>
                  <a:lnTo>
                    <a:pt x="5006517" y="355"/>
                  </a:lnTo>
                  <a:lnTo>
                    <a:pt x="2062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0796" y="2971444"/>
              <a:ext cx="5212715" cy="1235075"/>
            </a:xfrm>
            <a:custGeom>
              <a:avLst/>
              <a:gdLst/>
              <a:ahLst/>
              <a:cxnLst/>
              <a:rect l="l" t="t" r="r" b="b"/>
              <a:pathLst>
                <a:path w="5212715" h="1235075">
                  <a:moveTo>
                    <a:pt x="368" y="205917"/>
                  </a:moveTo>
                  <a:lnTo>
                    <a:pt x="2117" y="179045"/>
                  </a:lnTo>
                  <a:lnTo>
                    <a:pt x="7342" y="152680"/>
                  </a:lnTo>
                  <a:lnTo>
                    <a:pt x="28079" y="102958"/>
                  </a:lnTo>
                  <a:lnTo>
                    <a:pt x="60712" y="60344"/>
                  </a:lnTo>
                  <a:lnTo>
                    <a:pt x="103327" y="27711"/>
                  </a:lnTo>
                  <a:lnTo>
                    <a:pt x="152915" y="7107"/>
                  </a:lnTo>
                  <a:lnTo>
                    <a:pt x="206286" y="0"/>
                  </a:lnTo>
                  <a:lnTo>
                    <a:pt x="5006517" y="355"/>
                  </a:lnTo>
                  <a:lnTo>
                    <a:pt x="5059756" y="7331"/>
                  </a:lnTo>
                  <a:lnTo>
                    <a:pt x="5109489" y="28079"/>
                  </a:lnTo>
                  <a:lnTo>
                    <a:pt x="5152102" y="60701"/>
                  </a:lnTo>
                  <a:lnTo>
                    <a:pt x="5184724" y="103314"/>
                  </a:lnTo>
                  <a:lnTo>
                    <a:pt x="5205334" y="152903"/>
                  </a:lnTo>
                  <a:lnTo>
                    <a:pt x="5212448" y="206273"/>
                  </a:lnTo>
                  <a:lnTo>
                    <a:pt x="5212448" y="1028877"/>
                  </a:lnTo>
                  <a:lnTo>
                    <a:pt x="5210698" y="1055745"/>
                  </a:lnTo>
                  <a:lnTo>
                    <a:pt x="5205472" y="1082109"/>
                  </a:lnTo>
                  <a:lnTo>
                    <a:pt x="5184724" y="1131836"/>
                  </a:lnTo>
                  <a:lnTo>
                    <a:pt x="5152102" y="1174449"/>
                  </a:lnTo>
                  <a:lnTo>
                    <a:pt x="5109489" y="1207071"/>
                  </a:lnTo>
                  <a:lnTo>
                    <a:pt x="5059889" y="1227686"/>
                  </a:lnTo>
                  <a:lnTo>
                    <a:pt x="5006517" y="1234795"/>
                  </a:lnTo>
                  <a:lnTo>
                    <a:pt x="205917" y="1234795"/>
                  </a:lnTo>
                  <a:lnTo>
                    <a:pt x="152690" y="1227820"/>
                  </a:lnTo>
                  <a:lnTo>
                    <a:pt x="102958" y="1207071"/>
                  </a:lnTo>
                  <a:lnTo>
                    <a:pt x="60345" y="1174449"/>
                  </a:lnTo>
                  <a:lnTo>
                    <a:pt x="27724" y="1131836"/>
                  </a:lnTo>
                  <a:lnTo>
                    <a:pt x="7113" y="1082247"/>
                  </a:lnTo>
                  <a:lnTo>
                    <a:pt x="0" y="1028877"/>
                  </a:lnTo>
                  <a:lnTo>
                    <a:pt x="368" y="205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523" y="2950184"/>
              <a:ext cx="152996" cy="132300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31164" y="297179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6371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29" y="1234084"/>
                  </a:lnTo>
                  <a:lnTo>
                    <a:pt x="63715" y="12340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31164" y="297179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4" h="1234439">
                  <a:moveTo>
                    <a:pt x="32029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34084"/>
                  </a:lnTo>
                  <a:lnTo>
                    <a:pt x="32029" y="1234084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956424" y="3141624"/>
            <a:ext cx="4629785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80" dirty="0">
                <a:solidFill>
                  <a:srgbClr val="122A49"/>
                </a:solidFill>
                <a:latin typeface="Arial Black"/>
                <a:cs typeface="Arial Black"/>
              </a:rPr>
              <a:t>Deployment</a:t>
            </a:r>
            <a:r>
              <a:rPr sz="1600" spc="-8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14" dirty="0">
                <a:solidFill>
                  <a:srgbClr val="122A49"/>
                </a:solidFill>
                <a:latin typeface="Arial Black"/>
                <a:cs typeface="Arial Black"/>
              </a:rPr>
              <a:t>evidence</a:t>
            </a:r>
            <a:r>
              <a:rPr sz="1600" spc="-9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55" dirty="0">
                <a:solidFill>
                  <a:srgbClr val="122A49"/>
                </a:solidFill>
                <a:latin typeface="Arial Black"/>
                <a:cs typeface="Arial Black"/>
              </a:rPr>
              <a:t>to</a:t>
            </a:r>
            <a:r>
              <a:rPr sz="1600" spc="-9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inspect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Vercel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configuration,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environment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variables,</a:t>
            </a:r>
            <a:r>
              <a:rPr sz="13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API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base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URLs, storage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configuration</a:t>
            </a:r>
            <a:r>
              <a:rPr sz="13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build</a:t>
            </a:r>
            <a:r>
              <a:rPr sz="13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scripts.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172555" y="2949816"/>
            <a:ext cx="5302250" cy="1323975"/>
            <a:chOff x="6172555" y="2949816"/>
            <a:chExt cx="5302250" cy="1323975"/>
          </a:xfrm>
        </p:grpSpPr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2555" y="2949816"/>
              <a:ext cx="5301716" cy="132374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217196" y="2971444"/>
              <a:ext cx="5212715" cy="1235075"/>
            </a:xfrm>
            <a:custGeom>
              <a:avLst/>
              <a:gdLst/>
              <a:ahLst/>
              <a:cxnLst/>
              <a:rect l="l" t="t" r="r" b="b"/>
              <a:pathLst>
                <a:path w="5212715" h="1235075">
                  <a:moveTo>
                    <a:pt x="206286" y="0"/>
                  </a:moveTo>
                  <a:lnTo>
                    <a:pt x="152915" y="7107"/>
                  </a:lnTo>
                  <a:lnTo>
                    <a:pt x="103327" y="27711"/>
                  </a:lnTo>
                  <a:lnTo>
                    <a:pt x="60712" y="60344"/>
                  </a:lnTo>
                  <a:lnTo>
                    <a:pt x="28079" y="102958"/>
                  </a:lnTo>
                  <a:lnTo>
                    <a:pt x="7342" y="152680"/>
                  </a:lnTo>
                  <a:lnTo>
                    <a:pt x="368" y="205917"/>
                  </a:lnTo>
                  <a:lnTo>
                    <a:pt x="0" y="1028877"/>
                  </a:lnTo>
                  <a:lnTo>
                    <a:pt x="1790" y="1055745"/>
                  </a:lnTo>
                  <a:lnTo>
                    <a:pt x="15800" y="1107650"/>
                  </a:lnTo>
                  <a:lnTo>
                    <a:pt x="42667" y="1154273"/>
                  </a:lnTo>
                  <a:lnTo>
                    <a:pt x="80521" y="1192128"/>
                  </a:lnTo>
                  <a:lnTo>
                    <a:pt x="127202" y="1219150"/>
                  </a:lnTo>
                  <a:lnTo>
                    <a:pt x="179052" y="1233046"/>
                  </a:lnTo>
                  <a:lnTo>
                    <a:pt x="205917" y="1234795"/>
                  </a:lnTo>
                  <a:lnTo>
                    <a:pt x="5006517" y="1234795"/>
                  </a:lnTo>
                  <a:lnTo>
                    <a:pt x="5032789" y="1233046"/>
                  </a:lnTo>
                  <a:lnTo>
                    <a:pt x="5033292" y="1233046"/>
                  </a:lnTo>
                  <a:lnTo>
                    <a:pt x="5085295" y="1219000"/>
                  </a:lnTo>
                  <a:lnTo>
                    <a:pt x="5131926" y="1192128"/>
                  </a:lnTo>
                  <a:lnTo>
                    <a:pt x="5169780" y="1154273"/>
                  </a:lnTo>
                  <a:lnTo>
                    <a:pt x="5196777" y="1107650"/>
                  </a:lnTo>
                  <a:lnTo>
                    <a:pt x="5210668" y="1055900"/>
                  </a:lnTo>
                  <a:lnTo>
                    <a:pt x="5210698" y="1055745"/>
                  </a:lnTo>
                  <a:lnTo>
                    <a:pt x="5212448" y="1028877"/>
                  </a:lnTo>
                  <a:lnTo>
                    <a:pt x="5212424" y="205917"/>
                  </a:lnTo>
                  <a:lnTo>
                    <a:pt x="5210647" y="179250"/>
                  </a:lnTo>
                  <a:lnTo>
                    <a:pt x="5196648" y="127501"/>
                  </a:lnTo>
                  <a:lnTo>
                    <a:pt x="5169780" y="80877"/>
                  </a:lnTo>
                  <a:lnTo>
                    <a:pt x="5131926" y="43023"/>
                  </a:lnTo>
                  <a:lnTo>
                    <a:pt x="5085245" y="16000"/>
                  </a:lnTo>
                  <a:lnTo>
                    <a:pt x="5033390" y="2105"/>
                  </a:lnTo>
                  <a:lnTo>
                    <a:pt x="5006517" y="355"/>
                  </a:lnTo>
                  <a:lnTo>
                    <a:pt x="2062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217196" y="2971444"/>
              <a:ext cx="5212715" cy="1235075"/>
            </a:xfrm>
            <a:custGeom>
              <a:avLst/>
              <a:gdLst/>
              <a:ahLst/>
              <a:cxnLst/>
              <a:rect l="l" t="t" r="r" b="b"/>
              <a:pathLst>
                <a:path w="5212715" h="1235075">
                  <a:moveTo>
                    <a:pt x="368" y="205917"/>
                  </a:moveTo>
                  <a:lnTo>
                    <a:pt x="2117" y="179045"/>
                  </a:lnTo>
                  <a:lnTo>
                    <a:pt x="7342" y="152680"/>
                  </a:lnTo>
                  <a:lnTo>
                    <a:pt x="28079" y="102958"/>
                  </a:lnTo>
                  <a:lnTo>
                    <a:pt x="60712" y="60344"/>
                  </a:lnTo>
                  <a:lnTo>
                    <a:pt x="103327" y="27711"/>
                  </a:lnTo>
                  <a:lnTo>
                    <a:pt x="152915" y="7107"/>
                  </a:lnTo>
                  <a:lnTo>
                    <a:pt x="206286" y="0"/>
                  </a:lnTo>
                  <a:lnTo>
                    <a:pt x="5006517" y="355"/>
                  </a:lnTo>
                  <a:lnTo>
                    <a:pt x="5059756" y="7331"/>
                  </a:lnTo>
                  <a:lnTo>
                    <a:pt x="5109489" y="28079"/>
                  </a:lnTo>
                  <a:lnTo>
                    <a:pt x="5152102" y="60701"/>
                  </a:lnTo>
                  <a:lnTo>
                    <a:pt x="5184724" y="103314"/>
                  </a:lnTo>
                  <a:lnTo>
                    <a:pt x="5205334" y="152903"/>
                  </a:lnTo>
                  <a:lnTo>
                    <a:pt x="5212448" y="206273"/>
                  </a:lnTo>
                  <a:lnTo>
                    <a:pt x="5212448" y="1028877"/>
                  </a:lnTo>
                  <a:lnTo>
                    <a:pt x="5210698" y="1055745"/>
                  </a:lnTo>
                  <a:lnTo>
                    <a:pt x="5205472" y="1082109"/>
                  </a:lnTo>
                  <a:lnTo>
                    <a:pt x="5184724" y="1131836"/>
                  </a:lnTo>
                  <a:lnTo>
                    <a:pt x="5152102" y="1174449"/>
                  </a:lnTo>
                  <a:lnTo>
                    <a:pt x="5109489" y="1207071"/>
                  </a:lnTo>
                  <a:lnTo>
                    <a:pt x="5059889" y="1227686"/>
                  </a:lnTo>
                  <a:lnTo>
                    <a:pt x="5006517" y="1234795"/>
                  </a:lnTo>
                  <a:lnTo>
                    <a:pt x="205917" y="1234795"/>
                  </a:lnTo>
                  <a:lnTo>
                    <a:pt x="152690" y="1227820"/>
                  </a:lnTo>
                  <a:lnTo>
                    <a:pt x="102958" y="1207071"/>
                  </a:lnTo>
                  <a:lnTo>
                    <a:pt x="60345" y="1174449"/>
                  </a:lnTo>
                  <a:lnTo>
                    <a:pt x="27724" y="1131836"/>
                  </a:lnTo>
                  <a:lnTo>
                    <a:pt x="7113" y="1082247"/>
                  </a:lnTo>
                  <a:lnTo>
                    <a:pt x="0" y="1028877"/>
                  </a:lnTo>
                  <a:lnTo>
                    <a:pt x="368" y="20591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2924" y="2950184"/>
              <a:ext cx="152996" cy="1323009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217564" y="297179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63715" y="0"/>
                  </a:moveTo>
                  <a:lnTo>
                    <a:pt x="0" y="0"/>
                  </a:lnTo>
                  <a:lnTo>
                    <a:pt x="0" y="1234084"/>
                  </a:lnTo>
                  <a:lnTo>
                    <a:pt x="32029" y="1234084"/>
                  </a:lnTo>
                  <a:lnTo>
                    <a:pt x="63715" y="123408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217564" y="2971799"/>
              <a:ext cx="64135" cy="1234440"/>
            </a:xfrm>
            <a:custGeom>
              <a:avLst/>
              <a:gdLst/>
              <a:ahLst/>
              <a:cxnLst/>
              <a:rect l="l" t="t" r="r" b="b"/>
              <a:pathLst>
                <a:path w="64135" h="1234439">
                  <a:moveTo>
                    <a:pt x="32029" y="1234084"/>
                  </a:moveTo>
                  <a:lnTo>
                    <a:pt x="0" y="123408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34084"/>
                  </a:lnTo>
                  <a:lnTo>
                    <a:pt x="32029" y="1234084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442824" y="3141624"/>
            <a:ext cx="4295775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75" dirty="0">
                <a:solidFill>
                  <a:srgbClr val="122A49"/>
                </a:solidFill>
                <a:latin typeface="Arial Black"/>
                <a:cs typeface="Arial Black"/>
              </a:rPr>
              <a:t>Operational</a:t>
            </a:r>
            <a:r>
              <a:rPr sz="1600" spc="-5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safeguards</a:t>
            </a:r>
            <a:endParaRPr sz="16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1395"/>
              </a:spcBef>
            </a:pP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Keep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API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keys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server-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side,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enforce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authorization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on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the 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server,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avoid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exposing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health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data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in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logs.</a:t>
            </a:r>
            <a:endParaRPr sz="1300">
              <a:latin typeface="Noto Sans"/>
              <a:cs typeface="Noto Sans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31875" y="4732896"/>
            <a:ext cx="10697210" cy="866775"/>
            <a:chOff x="731875" y="4732896"/>
            <a:chExt cx="10697210" cy="866775"/>
          </a:xfrm>
        </p:grpSpPr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1875" y="4732896"/>
              <a:ext cx="10696676" cy="866546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76516" y="4754524"/>
              <a:ext cx="10607675" cy="777875"/>
            </a:xfrm>
            <a:custGeom>
              <a:avLst/>
              <a:gdLst/>
              <a:ahLst/>
              <a:cxnLst/>
              <a:rect l="l" t="t" r="r" b="b"/>
              <a:pathLst>
                <a:path w="10607675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0477804" y="777595"/>
                  </a:lnTo>
                  <a:lnTo>
                    <a:pt x="10527312" y="767721"/>
                  </a:lnTo>
                  <a:lnTo>
                    <a:pt x="10569467" y="739660"/>
                  </a:lnTo>
                  <a:lnTo>
                    <a:pt x="10597533" y="697510"/>
                  </a:lnTo>
                  <a:lnTo>
                    <a:pt x="10607408" y="647992"/>
                  </a:lnTo>
                  <a:lnTo>
                    <a:pt x="10607383" y="129590"/>
                  </a:lnTo>
                  <a:lnTo>
                    <a:pt x="10597533" y="80440"/>
                  </a:lnTo>
                  <a:lnTo>
                    <a:pt x="10569467" y="38290"/>
                  </a:lnTo>
                  <a:lnTo>
                    <a:pt x="10527312" y="10230"/>
                  </a:lnTo>
                  <a:lnTo>
                    <a:pt x="1047780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76516" y="4754524"/>
              <a:ext cx="10607675" cy="777875"/>
            </a:xfrm>
            <a:custGeom>
              <a:avLst/>
              <a:gdLst/>
              <a:ahLst/>
              <a:cxnLst/>
              <a:rect l="l" t="t" r="r" b="b"/>
              <a:pathLst>
                <a:path w="10607675" h="777875">
                  <a:moveTo>
                    <a:pt x="368" y="129590"/>
                  </a:moveTo>
                  <a:lnTo>
                    <a:pt x="1498" y="112687"/>
                  </a:lnTo>
                  <a:lnTo>
                    <a:pt x="4822" y="96116"/>
                  </a:lnTo>
                  <a:lnTo>
                    <a:pt x="27141" y="50636"/>
                  </a:lnTo>
                  <a:lnTo>
                    <a:pt x="65163" y="17271"/>
                  </a:lnTo>
                  <a:lnTo>
                    <a:pt x="113055" y="1130"/>
                  </a:lnTo>
                  <a:lnTo>
                    <a:pt x="129959" y="0"/>
                  </a:lnTo>
                  <a:lnTo>
                    <a:pt x="10477804" y="355"/>
                  </a:lnTo>
                  <a:lnTo>
                    <a:pt x="10527312" y="10230"/>
                  </a:lnTo>
                  <a:lnTo>
                    <a:pt x="10569467" y="38290"/>
                  </a:lnTo>
                  <a:lnTo>
                    <a:pt x="10597533" y="80440"/>
                  </a:lnTo>
                  <a:lnTo>
                    <a:pt x="10607408" y="129959"/>
                  </a:lnTo>
                  <a:lnTo>
                    <a:pt x="10607408" y="647992"/>
                  </a:lnTo>
                  <a:lnTo>
                    <a:pt x="10606277" y="664903"/>
                  </a:lnTo>
                  <a:lnTo>
                    <a:pt x="10602952" y="681477"/>
                  </a:lnTo>
                  <a:lnTo>
                    <a:pt x="10580622" y="726956"/>
                  </a:lnTo>
                  <a:lnTo>
                    <a:pt x="10542600" y="760310"/>
                  </a:lnTo>
                  <a:lnTo>
                    <a:pt x="10494713" y="776464"/>
                  </a:lnTo>
                  <a:lnTo>
                    <a:pt x="10477804" y="777595"/>
                  </a:lnTo>
                  <a:lnTo>
                    <a:pt x="129603" y="777595"/>
                  </a:lnTo>
                  <a:lnTo>
                    <a:pt x="80095" y="767721"/>
                  </a:lnTo>
                  <a:lnTo>
                    <a:pt x="37941" y="739660"/>
                  </a:lnTo>
                  <a:lnTo>
                    <a:pt x="9874" y="697510"/>
                  </a:lnTo>
                  <a:lnTo>
                    <a:pt x="0" y="647992"/>
                  </a:lnTo>
                  <a:lnTo>
                    <a:pt x="368" y="129590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730218" y="5025504"/>
            <a:ext cx="469709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5" dirty="0">
                <a:solidFill>
                  <a:srgbClr val="122A49"/>
                </a:solidFill>
                <a:latin typeface="Arial Black"/>
                <a:cs typeface="Arial Black"/>
              </a:rPr>
              <a:t>Live</a:t>
            </a:r>
            <a:r>
              <a:rPr sz="1600" spc="-10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50" dirty="0">
                <a:solidFill>
                  <a:srgbClr val="122A49"/>
                </a:solidFill>
                <a:latin typeface="Arial Black"/>
                <a:cs typeface="Arial Black"/>
              </a:rPr>
              <a:t>URL:</a:t>
            </a:r>
            <a:r>
              <a:rPr sz="1600" spc="-9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lang="en-IN" sz="1600" spc="-165" dirty="0">
                <a:solidFill>
                  <a:srgbClr val="122A49"/>
                </a:solidFill>
                <a:latin typeface="Arial Black"/>
                <a:cs typeface="Arial Black"/>
              </a:rPr>
              <a:t>https://medtrace-khaki.vercel.app</a:t>
            </a:r>
            <a:endParaRPr sz="1600" dirty="0">
              <a:latin typeface="Arial Black"/>
              <a:cs typeface="Arial Black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316579" y="5866828"/>
            <a:ext cx="54267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637383"/>
                </a:solidFill>
                <a:latin typeface="Noto Sans"/>
                <a:cs typeface="Noto Sans"/>
              </a:rPr>
              <a:t>Architecture</a:t>
            </a:r>
            <a:r>
              <a:rPr sz="1100" spc="-1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100" dirty="0">
                <a:solidFill>
                  <a:srgbClr val="637383"/>
                </a:solidFill>
                <a:latin typeface="Noto Sans"/>
                <a:cs typeface="Noto Sans"/>
              </a:rPr>
              <a:t>is</a:t>
            </a:r>
            <a:r>
              <a:rPr sz="1100" spc="-1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100" dirty="0">
                <a:solidFill>
                  <a:srgbClr val="637383"/>
                </a:solidFill>
                <a:latin typeface="Noto Sans"/>
                <a:cs typeface="Noto Sans"/>
              </a:rPr>
              <a:t>illustrative</a:t>
            </a:r>
            <a:r>
              <a:rPr sz="1100" spc="-1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100" dirty="0">
                <a:solidFill>
                  <a:srgbClr val="637383"/>
                </a:solidFill>
                <a:latin typeface="Noto Sans"/>
                <a:cs typeface="Noto Sans"/>
              </a:rPr>
              <a:t>until</a:t>
            </a:r>
            <a:r>
              <a:rPr sz="1100" spc="-1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100" dirty="0">
                <a:solidFill>
                  <a:srgbClr val="637383"/>
                </a:solidFill>
                <a:latin typeface="Noto Sans"/>
                <a:cs typeface="Noto Sans"/>
              </a:rPr>
              <a:t>actual</a:t>
            </a:r>
            <a:r>
              <a:rPr sz="1100" spc="-1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100" dirty="0">
                <a:solidFill>
                  <a:srgbClr val="637383"/>
                </a:solidFill>
                <a:latin typeface="Noto Sans"/>
                <a:cs typeface="Noto Sans"/>
              </a:rPr>
              <a:t>deployment</a:t>
            </a:r>
            <a:r>
              <a:rPr sz="1100" spc="-1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100" dirty="0">
                <a:solidFill>
                  <a:srgbClr val="637383"/>
                </a:solidFill>
                <a:latin typeface="Noto Sans"/>
                <a:cs typeface="Noto Sans"/>
              </a:rPr>
              <a:t>files</a:t>
            </a:r>
            <a:r>
              <a:rPr sz="1100" spc="-1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100" dirty="0">
                <a:solidFill>
                  <a:srgbClr val="637383"/>
                </a:solidFill>
                <a:latin typeface="Noto Sans"/>
                <a:cs typeface="Noto Sans"/>
              </a:rPr>
              <a:t>and</a:t>
            </a:r>
            <a:r>
              <a:rPr sz="1100" spc="-1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100" dirty="0">
                <a:solidFill>
                  <a:srgbClr val="637383"/>
                </a:solidFill>
                <a:latin typeface="Noto Sans"/>
                <a:cs typeface="Noto Sans"/>
              </a:rPr>
              <a:t>endpoints</a:t>
            </a:r>
            <a:r>
              <a:rPr sz="1100" spc="-1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100" dirty="0">
                <a:solidFill>
                  <a:srgbClr val="637383"/>
                </a:solidFill>
                <a:latin typeface="Noto Sans"/>
                <a:cs typeface="Noto Sans"/>
              </a:rPr>
              <a:t>are</a:t>
            </a:r>
            <a:r>
              <a:rPr sz="1100" spc="-15" dirty="0">
                <a:solidFill>
                  <a:srgbClr val="637383"/>
                </a:solidFill>
                <a:latin typeface="Noto Sans"/>
                <a:cs typeface="Noto Sans"/>
              </a:rPr>
              <a:t> </a:t>
            </a:r>
            <a:r>
              <a:rPr sz="1100" spc="-10" dirty="0">
                <a:solidFill>
                  <a:srgbClr val="637383"/>
                </a:solidFill>
                <a:latin typeface="Noto Sans"/>
                <a:cs typeface="Noto Sans"/>
              </a:rPr>
              <a:t>checked.</a:t>
            </a:r>
            <a:endParaRPr sz="1100">
              <a:latin typeface="Noto Sans"/>
              <a:cs typeface="Noto Sans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/>
              <a:t>MEDTRACE</a:t>
            </a:r>
            <a:r>
              <a:rPr spc="190" dirty="0"/>
              <a:t> </a:t>
            </a:r>
            <a:r>
              <a:rPr dirty="0"/>
              <a:t>•</a:t>
            </a:r>
            <a:r>
              <a:rPr spc="195" dirty="0"/>
              <a:t> </a:t>
            </a:r>
            <a:r>
              <a:rPr dirty="0"/>
              <a:t>MCA</a:t>
            </a:r>
            <a:r>
              <a:rPr spc="-5" dirty="0"/>
              <a:t> </a:t>
            </a:r>
            <a:r>
              <a:rPr spc="-10" dirty="0"/>
              <a:t>FINAL-</a:t>
            </a:r>
            <a:r>
              <a:rPr dirty="0"/>
              <a:t>YEAR</a:t>
            </a:r>
            <a:r>
              <a:rPr spc="-10" dirty="0"/>
              <a:t> PROJECT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22A4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5820" y="471868"/>
            <a:ext cx="47237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>
                <a:solidFill>
                  <a:srgbClr val="FFFFFF"/>
                </a:solidFill>
              </a:rPr>
              <a:t>Conclusion</a:t>
            </a:r>
            <a:r>
              <a:rPr spc="-195" dirty="0">
                <a:solidFill>
                  <a:srgbClr val="FFFFFF"/>
                </a:solidFill>
              </a:rPr>
              <a:t> </a:t>
            </a:r>
            <a:r>
              <a:rPr spc="-400" dirty="0">
                <a:solidFill>
                  <a:srgbClr val="FFFFFF"/>
                </a:solidFill>
              </a:rPr>
              <a:t>&amp;</a:t>
            </a:r>
            <a:r>
              <a:rPr spc="-185" dirty="0">
                <a:solidFill>
                  <a:srgbClr val="FFFFFF"/>
                </a:solidFill>
              </a:rPr>
              <a:t> </a:t>
            </a:r>
            <a:r>
              <a:rPr spc="-120" dirty="0">
                <a:solidFill>
                  <a:srgbClr val="FFFFFF"/>
                </a:solidFill>
              </a:rPr>
              <a:t>Future</a:t>
            </a:r>
            <a:r>
              <a:rPr spc="-190" dirty="0">
                <a:solidFill>
                  <a:srgbClr val="FFFFFF"/>
                </a:solidFill>
              </a:rPr>
              <a:t> </a:t>
            </a:r>
            <a:r>
              <a:rPr spc="-300" dirty="0">
                <a:solidFill>
                  <a:srgbClr val="FFFFFF"/>
                </a:solidFill>
              </a:rPr>
              <a:t>Scope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6879" y="1002220"/>
            <a:ext cx="775335" cy="143510"/>
            <a:chOff x="686879" y="1002220"/>
            <a:chExt cx="775335" cy="1435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879" y="1002220"/>
              <a:ext cx="774725" cy="14329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1519" y="1023835"/>
              <a:ext cx="685800" cy="54610"/>
            </a:xfrm>
            <a:custGeom>
              <a:avLst/>
              <a:gdLst/>
              <a:ahLst/>
              <a:cxnLst/>
              <a:rect l="l" t="t" r="r" b="b"/>
              <a:pathLst>
                <a:path w="685800" h="54609">
                  <a:moveTo>
                    <a:pt x="685444" y="0"/>
                  </a:moveTo>
                  <a:lnTo>
                    <a:pt x="0" y="0"/>
                  </a:lnTo>
                  <a:lnTo>
                    <a:pt x="0" y="54368"/>
                  </a:lnTo>
                  <a:lnTo>
                    <a:pt x="342722" y="54368"/>
                  </a:lnTo>
                  <a:lnTo>
                    <a:pt x="685444" y="54368"/>
                  </a:lnTo>
                  <a:lnTo>
                    <a:pt x="685444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519" y="1023835"/>
              <a:ext cx="685800" cy="54610"/>
            </a:xfrm>
            <a:custGeom>
              <a:avLst/>
              <a:gdLst/>
              <a:ahLst/>
              <a:cxnLst/>
              <a:rect l="l" t="t" r="r" b="b"/>
              <a:pathLst>
                <a:path w="685800" h="54609">
                  <a:moveTo>
                    <a:pt x="342722" y="54368"/>
                  </a:moveTo>
                  <a:lnTo>
                    <a:pt x="0" y="54368"/>
                  </a:lnTo>
                  <a:lnTo>
                    <a:pt x="0" y="0"/>
                  </a:lnTo>
                  <a:lnTo>
                    <a:pt x="685444" y="0"/>
                  </a:lnTo>
                  <a:lnTo>
                    <a:pt x="685444" y="54368"/>
                  </a:lnTo>
                  <a:lnTo>
                    <a:pt x="342722" y="54368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86155" y="1395336"/>
            <a:ext cx="5302250" cy="2146935"/>
            <a:chOff x="686155" y="1395336"/>
            <a:chExt cx="5302250" cy="214693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155" y="1395336"/>
              <a:ext cx="5301716" cy="214670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30796" y="1416964"/>
              <a:ext cx="5212715" cy="2058035"/>
            </a:xfrm>
            <a:custGeom>
              <a:avLst/>
              <a:gdLst/>
              <a:ahLst/>
              <a:cxnLst/>
              <a:rect l="l" t="t" r="r" b="b"/>
              <a:pathLst>
                <a:path w="5212715" h="2058035">
                  <a:moveTo>
                    <a:pt x="343446" y="0"/>
                  </a:moveTo>
                  <a:lnTo>
                    <a:pt x="298441" y="2946"/>
                  </a:lnTo>
                  <a:lnTo>
                    <a:pt x="254482" y="11698"/>
                  </a:lnTo>
                  <a:lnTo>
                    <a:pt x="212076" y="26119"/>
                  </a:lnTo>
                  <a:lnTo>
                    <a:pt x="171729" y="46075"/>
                  </a:lnTo>
                  <a:lnTo>
                    <a:pt x="134329" y="71123"/>
                  </a:lnTo>
                  <a:lnTo>
                    <a:pt x="100675" y="100706"/>
                  </a:lnTo>
                  <a:lnTo>
                    <a:pt x="71281" y="134322"/>
                  </a:lnTo>
                  <a:lnTo>
                    <a:pt x="46443" y="171716"/>
                  </a:lnTo>
                  <a:lnTo>
                    <a:pt x="26485" y="212063"/>
                  </a:lnTo>
                  <a:lnTo>
                    <a:pt x="12057" y="254469"/>
                  </a:lnTo>
                  <a:lnTo>
                    <a:pt x="3315" y="298278"/>
                  </a:lnTo>
                  <a:lnTo>
                    <a:pt x="368" y="343077"/>
                  </a:lnTo>
                  <a:lnTo>
                    <a:pt x="0" y="1714677"/>
                  </a:lnTo>
                  <a:lnTo>
                    <a:pt x="2935" y="1759476"/>
                  </a:lnTo>
                  <a:lnTo>
                    <a:pt x="2948" y="1759682"/>
                  </a:lnTo>
                  <a:lnTo>
                    <a:pt x="11642" y="1803330"/>
                  </a:lnTo>
                  <a:lnTo>
                    <a:pt x="11704" y="1803641"/>
                  </a:lnTo>
                  <a:lnTo>
                    <a:pt x="26010" y="1845697"/>
                  </a:lnTo>
                  <a:lnTo>
                    <a:pt x="26130" y="1846047"/>
                  </a:lnTo>
                  <a:lnTo>
                    <a:pt x="46088" y="1886394"/>
                  </a:lnTo>
                  <a:lnTo>
                    <a:pt x="71134" y="1923788"/>
                  </a:lnTo>
                  <a:lnTo>
                    <a:pt x="100669" y="1957404"/>
                  </a:lnTo>
                  <a:lnTo>
                    <a:pt x="134324" y="1986837"/>
                  </a:lnTo>
                  <a:lnTo>
                    <a:pt x="171729" y="2011679"/>
                  </a:lnTo>
                  <a:lnTo>
                    <a:pt x="212070" y="2031636"/>
                  </a:lnTo>
                  <a:lnTo>
                    <a:pt x="254436" y="2046057"/>
                  </a:lnTo>
                  <a:lnTo>
                    <a:pt x="298286" y="2054808"/>
                  </a:lnTo>
                  <a:lnTo>
                    <a:pt x="343077" y="2057755"/>
                  </a:lnTo>
                  <a:lnTo>
                    <a:pt x="4869357" y="2057755"/>
                  </a:lnTo>
                  <a:lnTo>
                    <a:pt x="4914369" y="2054808"/>
                  </a:lnTo>
                  <a:lnTo>
                    <a:pt x="4958332" y="2046057"/>
                  </a:lnTo>
                  <a:lnTo>
                    <a:pt x="5000740" y="2031636"/>
                  </a:lnTo>
                  <a:lnTo>
                    <a:pt x="5041087" y="2011679"/>
                  </a:lnTo>
                  <a:lnTo>
                    <a:pt x="5078481" y="1986631"/>
                  </a:lnTo>
                  <a:lnTo>
                    <a:pt x="5112096" y="1957093"/>
                  </a:lnTo>
                  <a:lnTo>
                    <a:pt x="5141524" y="1923438"/>
                  </a:lnTo>
                  <a:lnTo>
                    <a:pt x="5166360" y="1886038"/>
                  </a:lnTo>
                  <a:lnTo>
                    <a:pt x="5186318" y="1845697"/>
                  </a:lnTo>
                  <a:lnTo>
                    <a:pt x="5200637" y="1803641"/>
                  </a:lnTo>
                  <a:lnTo>
                    <a:pt x="5209458" y="1759682"/>
                  </a:lnTo>
                  <a:lnTo>
                    <a:pt x="5212448" y="1714677"/>
                  </a:lnTo>
                  <a:lnTo>
                    <a:pt x="5212424" y="343077"/>
                  </a:lnTo>
                  <a:lnTo>
                    <a:pt x="5209499" y="298428"/>
                  </a:lnTo>
                  <a:lnTo>
                    <a:pt x="5200743" y="254469"/>
                  </a:lnTo>
                  <a:lnTo>
                    <a:pt x="5186318" y="212063"/>
                  </a:lnTo>
                  <a:lnTo>
                    <a:pt x="5166360" y="171716"/>
                  </a:lnTo>
                  <a:lnTo>
                    <a:pt x="5141313" y="134322"/>
                  </a:lnTo>
                  <a:lnTo>
                    <a:pt x="5111778" y="100706"/>
                  </a:lnTo>
                  <a:lnTo>
                    <a:pt x="5078123" y="71273"/>
                  </a:lnTo>
                  <a:lnTo>
                    <a:pt x="5040718" y="46431"/>
                  </a:lnTo>
                  <a:lnTo>
                    <a:pt x="5000377" y="26474"/>
                  </a:lnTo>
                  <a:lnTo>
                    <a:pt x="4958010" y="12053"/>
                  </a:lnTo>
                  <a:lnTo>
                    <a:pt x="4914156" y="3302"/>
                  </a:lnTo>
                  <a:lnTo>
                    <a:pt x="4869357" y="355"/>
                  </a:lnTo>
                  <a:lnTo>
                    <a:pt x="3434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0796" y="1416964"/>
              <a:ext cx="5212715" cy="2058035"/>
            </a:xfrm>
            <a:custGeom>
              <a:avLst/>
              <a:gdLst/>
              <a:ahLst/>
              <a:cxnLst/>
              <a:rect l="l" t="t" r="r" b="b"/>
              <a:pathLst>
                <a:path w="5212715" h="2058035">
                  <a:moveTo>
                    <a:pt x="368" y="343077"/>
                  </a:moveTo>
                  <a:lnTo>
                    <a:pt x="3315" y="298278"/>
                  </a:lnTo>
                  <a:lnTo>
                    <a:pt x="12066" y="254425"/>
                  </a:lnTo>
                  <a:lnTo>
                    <a:pt x="26487" y="212057"/>
                  </a:lnTo>
                  <a:lnTo>
                    <a:pt x="46443" y="171716"/>
                  </a:lnTo>
                  <a:lnTo>
                    <a:pt x="71284" y="134316"/>
                  </a:lnTo>
                  <a:lnTo>
                    <a:pt x="100714" y="100661"/>
                  </a:lnTo>
                  <a:lnTo>
                    <a:pt x="134329" y="71123"/>
                  </a:lnTo>
                  <a:lnTo>
                    <a:pt x="171729" y="46075"/>
                  </a:lnTo>
                  <a:lnTo>
                    <a:pt x="212076" y="26119"/>
                  </a:lnTo>
                  <a:lnTo>
                    <a:pt x="254482" y="11698"/>
                  </a:lnTo>
                  <a:lnTo>
                    <a:pt x="298441" y="2946"/>
                  </a:lnTo>
                  <a:lnTo>
                    <a:pt x="343446" y="0"/>
                  </a:lnTo>
                  <a:lnTo>
                    <a:pt x="4869357" y="355"/>
                  </a:lnTo>
                  <a:lnTo>
                    <a:pt x="4914156" y="3302"/>
                  </a:lnTo>
                  <a:lnTo>
                    <a:pt x="4958010" y="12053"/>
                  </a:lnTo>
                  <a:lnTo>
                    <a:pt x="5000377" y="26474"/>
                  </a:lnTo>
                  <a:lnTo>
                    <a:pt x="5040718" y="46431"/>
                  </a:lnTo>
                  <a:lnTo>
                    <a:pt x="5078123" y="71273"/>
                  </a:lnTo>
                  <a:lnTo>
                    <a:pt x="5111778" y="100706"/>
                  </a:lnTo>
                  <a:lnTo>
                    <a:pt x="5141313" y="134322"/>
                  </a:lnTo>
                  <a:lnTo>
                    <a:pt x="5166360" y="171716"/>
                  </a:lnTo>
                  <a:lnTo>
                    <a:pt x="5186318" y="212063"/>
                  </a:lnTo>
                  <a:lnTo>
                    <a:pt x="5200743" y="254469"/>
                  </a:lnTo>
                  <a:lnTo>
                    <a:pt x="5209499" y="298428"/>
                  </a:lnTo>
                  <a:lnTo>
                    <a:pt x="5212448" y="343433"/>
                  </a:lnTo>
                  <a:lnTo>
                    <a:pt x="5212448" y="1714677"/>
                  </a:lnTo>
                  <a:lnTo>
                    <a:pt x="5209499" y="1759476"/>
                  </a:lnTo>
                  <a:lnTo>
                    <a:pt x="5200743" y="1803330"/>
                  </a:lnTo>
                  <a:lnTo>
                    <a:pt x="5186318" y="1845697"/>
                  </a:lnTo>
                  <a:lnTo>
                    <a:pt x="5166360" y="1886038"/>
                  </a:lnTo>
                  <a:lnTo>
                    <a:pt x="5141524" y="1923438"/>
                  </a:lnTo>
                  <a:lnTo>
                    <a:pt x="5112096" y="1957093"/>
                  </a:lnTo>
                  <a:lnTo>
                    <a:pt x="5078481" y="1986631"/>
                  </a:lnTo>
                  <a:lnTo>
                    <a:pt x="5041087" y="2011679"/>
                  </a:lnTo>
                  <a:lnTo>
                    <a:pt x="5000740" y="2031636"/>
                  </a:lnTo>
                  <a:lnTo>
                    <a:pt x="4958332" y="2046057"/>
                  </a:lnTo>
                  <a:lnTo>
                    <a:pt x="4914369" y="2054808"/>
                  </a:lnTo>
                  <a:lnTo>
                    <a:pt x="4869357" y="2057755"/>
                  </a:lnTo>
                  <a:lnTo>
                    <a:pt x="343077" y="2057755"/>
                  </a:lnTo>
                  <a:lnTo>
                    <a:pt x="298286" y="2054808"/>
                  </a:lnTo>
                  <a:lnTo>
                    <a:pt x="254436" y="2046057"/>
                  </a:lnTo>
                  <a:lnTo>
                    <a:pt x="212070" y="2031636"/>
                  </a:lnTo>
                  <a:lnTo>
                    <a:pt x="171729" y="2011679"/>
                  </a:lnTo>
                  <a:lnTo>
                    <a:pt x="134324" y="1986837"/>
                  </a:lnTo>
                  <a:lnTo>
                    <a:pt x="100669" y="1957404"/>
                  </a:lnTo>
                  <a:lnTo>
                    <a:pt x="71134" y="1923788"/>
                  </a:lnTo>
                  <a:lnTo>
                    <a:pt x="46088" y="1886394"/>
                  </a:lnTo>
                  <a:lnTo>
                    <a:pt x="26130" y="1846047"/>
                  </a:lnTo>
                  <a:lnTo>
                    <a:pt x="11704" y="1803641"/>
                  </a:lnTo>
                  <a:lnTo>
                    <a:pt x="2948" y="1759682"/>
                  </a:lnTo>
                  <a:lnTo>
                    <a:pt x="0" y="1714677"/>
                  </a:lnTo>
                  <a:lnTo>
                    <a:pt x="368" y="34307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6523" y="1395704"/>
              <a:ext cx="152996" cy="214596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31164" y="1417320"/>
              <a:ext cx="64135" cy="2057400"/>
            </a:xfrm>
            <a:custGeom>
              <a:avLst/>
              <a:gdLst/>
              <a:ahLst/>
              <a:cxnLst/>
              <a:rect l="l" t="t" r="r" b="b"/>
              <a:pathLst>
                <a:path w="64134" h="2057400">
                  <a:moveTo>
                    <a:pt x="63715" y="0"/>
                  </a:moveTo>
                  <a:lnTo>
                    <a:pt x="0" y="0"/>
                  </a:lnTo>
                  <a:lnTo>
                    <a:pt x="0" y="2057044"/>
                  </a:lnTo>
                  <a:lnTo>
                    <a:pt x="32029" y="2057044"/>
                  </a:lnTo>
                  <a:lnTo>
                    <a:pt x="63715" y="205704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0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1164" y="1417320"/>
              <a:ext cx="64135" cy="2057400"/>
            </a:xfrm>
            <a:custGeom>
              <a:avLst/>
              <a:gdLst/>
              <a:ahLst/>
              <a:cxnLst/>
              <a:rect l="l" t="t" r="r" b="b"/>
              <a:pathLst>
                <a:path w="64134" h="2057400">
                  <a:moveTo>
                    <a:pt x="32029" y="2057044"/>
                  </a:moveTo>
                  <a:lnTo>
                    <a:pt x="0" y="205704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057044"/>
                  </a:lnTo>
                  <a:lnTo>
                    <a:pt x="32029" y="2057044"/>
                  </a:lnTo>
                  <a:close/>
                </a:path>
              </a:pathLst>
            </a:custGeom>
            <a:ln w="9359">
              <a:solidFill>
                <a:srgbClr val="00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56424" y="1587144"/>
            <a:ext cx="4678680" cy="1490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10" dirty="0">
                <a:solidFill>
                  <a:srgbClr val="122A49"/>
                </a:solidFill>
                <a:latin typeface="Arial Black"/>
                <a:cs typeface="Arial Black"/>
              </a:rPr>
              <a:t>Project</a:t>
            </a:r>
            <a:r>
              <a:rPr sz="1600" spc="-70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22A49"/>
                </a:solidFill>
                <a:latin typeface="Arial Black"/>
                <a:cs typeface="Arial Black"/>
              </a:rPr>
              <a:t>contribution</a:t>
            </a:r>
            <a:endParaRPr sz="1600">
              <a:latin typeface="Arial Black"/>
              <a:cs typeface="Arial Black"/>
            </a:endParaRPr>
          </a:p>
          <a:p>
            <a:pPr marL="125095" indent="-112395">
              <a:lnSpc>
                <a:spcPct val="100000"/>
              </a:lnSpc>
              <a:spcBef>
                <a:spcPts val="1395"/>
              </a:spcBef>
              <a:buChar char="•"/>
              <a:tabLst>
                <a:tab pos="125095" algn="l"/>
              </a:tabLst>
            </a:pP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Single-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hospital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clinical</a:t>
            </a:r>
            <a:r>
              <a:rPr sz="14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platform</a:t>
            </a:r>
            <a:r>
              <a:rPr sz="14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direction</a:t>
            </a:r>
            <a:endParaRPr sz="1400">
              <a:latin typeface="Noto Sans"/>
              <a:cs typeface="Noto Sans"/>
            </a:endParaRPr>
          </a:p>
          <a:p>
            <a:pPr marL="125095" indent="-112395">
              <a:lnSpc>
                <a:spcPct val="100000"/>
              </a:lnSpc>
              <a:spcBef>
                <a:spcPts val="500"/>
              </a:spcBef>
              <a:buChar char="•"/>
              <a:tabLst>
                <a:tab pos="125095" algn="l"/>
              </a:tabLst>
            </a:pP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Patient</a:t>
            </a:r>
            <a:r>
              <a:rPr sz="14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registration</a:t>
            </a:r>
            <a:r>
              <a:rPr sz="14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4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report</a:t>
            </a:r>
            <a:r>
              <a:rPr sz="14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upload/analysis</a:t>
            </a:r>
            <a:r>
              <a:rPr sz="14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display</a:t>
            </a:r>
            <a:endParaRPr sz="1400">
              <a:latin typeface="Noto Sans"/>
              <a:cs typeface="Noto Sans"/>
            </a:endParaRPr>
          </a:p>
          <a:p>
            <a:pPr marL="125095" indent="-112395">
              <a:lnSpc>
                <a:spcPct val="100000"/>
              </a:lnSpc>
              <a:spcBef>
                <a:spcPts val="500"/>
              </a:spcBef>
              <a:buChar char="•"/>
              <a:tabLst>
                <a:tab pos="125095" algn="l"/>
              </a:tabLst>
            </a:pP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Role-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based</a:t>
            </a:r>
            <a:r>
              <a:rPr sz="14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care</a:t>
            </a:r>
            <a:r>
              <a:rPr sz="14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workflows</a:t>
            </a:r>
            <a:endParaRPr sz="1400">
              <a:latin typeface="Noto Sans"/>
              <a:cs typeface="Noto Sans"/>
            </a:endParaRPr>
          </a:p>
          <a:p>
            <a:pPr marL="125095" indent="-112395">
              <a:lnSpc>
                <a:spcPct val="100000"/>
              </a:lnSpc>
              <a:spcBef>
                <a:spcPts val="500"/>
              </a:spcBef>
              <a:buChar char="•"/>
              <a:tabLst>
                <a:tab pos="125095" algn="l"/>
              </a:tabLst>
            </a:pP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Research</a:t>
            </a:r>
            <a:r>
              <a:rPr sz="14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pathway</a:t>
            </a:r>
            <a:r>
              <a:rPr sz="14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for</a:t>
            </a:r>
            <a:r>
              <a:rPr sz="14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dirty="0">
                <a:solidFill>
                  <a:srgbClr val="2C3A48"/>
                </a:solidFill>
                <a:latin typeface="Noto Sans"/>
                <a:cs typeface="Noto Sans"/>
              </a:rPr>
              <a:t>contactless</a:t>
            </a:r>
            <a:r>
              <a:rPr sz="14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400" spc="-10" dirty="0">
                <a:solidFill>
                  <a:srgbClr val="2C3A48"/>
                </a:solidFill>
                <a:latin typeface="Noto Sans"/>
                <a:cs typeface="Noto Sans"/>
              </a:rPr>
              <a:t>sensing</a:t>
            </a:r>
            <a:endParaRPr sz="1400">
              <a:latin typeface="Noto Sans"/>
              <a:cs typeface="Noto San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72555" y="1395336"/>
            <a:ext cx="5302250" cy="2146935"/>
            <a:chOff x="6172555" y="1395336"/>
            <a:chExt cx="5302250" cy="214693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2555" y="1395336"/>
              <a:ext cx="5301716" cy="214670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17196" y="1416964"/>
              <a:ext cx="5212715" cy="2058035"/>
            </a:xfrm>
            <a:custGeom>
              <a:avLst/>
              <a:gdLst/>
              <a:ahLst/>
              <a:cxnLst/>
              <a:rect l="l" t="t" r="r" b="b"/>
              <a:pathLst>
                <a:path w="5212715" h="2058035">
                  <a:moveTo>
                    <a:pt x="343446" y="0"/>
                  </a:moveTo>
                  <a:lnTo>
                    <a:pt x="298441" y="2946"/>
                  </a:lnTo>
                  <a:lnTo>
                    <a:pt x="254482" y="11698"/>
                  </a:lnTo>
                  <a:lnTo>
                    <a:pt x="212076" y="26119"/>
                  </a:lnTo>
                  <a:lnTo>
                    <a:pt x="171729" y="46075"/>
                  </a:lnTo>
                  <a:lnTo>
                    <a:pt x="134329" y="71123"/>
                  </a:lnTo>
                  <a:lnTo>
                    <a:pt x="100675" y="100706"/>
                  </a:lnTo>
                  <a:lnTo>
                    <a:pt x="71281" y="134322"/>
                  </a:lnTo>
                  <a:lnTo>
                    <a:pt x="46443" y="171716"/>
                  </a:lnTo>
                  <a:lnTo>
                    <a:pt x="26485" y="212063"/>
                  </a:lnTo>
                  <a:lnTo>
                    <a:pt x="12057" y="254469"/>
                  </a:lnTo>
                  <a:lnTo>
                    <a:pt x="3315" y="298278"/>
                  </a:lnTo>
                  <a:lnTo>
                    <a:pt x="368" y="343077"/>
                  </a:lnTo>
                  <a:lnTo>
                    <a:pt x="0" y="1714677"/>
                  </a:lnTo>
                  <a:lnTo>
                    <a:pt x="2935" y="1759476"/>
                  </a:lnTo>
                  <a:lnTo>
                    <a:pt x="11642" y="1803330"/>
                  </a:lnTo>
                  <a:lnTo>
                    <a:pt x="26010" y="1845697"/>
                  </a:lnTo>
                  <a:lnTo>
                    <a:pt x="46088" y="1886394"/>
                  </a:lnTo>
                  <a:lnTo>
                    <a:pt x="71134" y="1923788"/>
                  </a:lnTo>
                  <a:lnTo>
                    <a:pt x="100669" y="1957404"/>
                  </a:lnTo>
                  <a:lnTo>
                    <a:pt x="134324" y="1986837"/>
                  </a:lnTo>
                  <a:lnTo>
                    <a:pt x="171729" y="2011679"/>
                  </a:lnTo>
                  <a:lnTo>
                    <a:pt x="212070" y="2031636"/>
                  </a:lnTo>
                  <a:lnTo>
                    <a:pt x="254436" y="2046057"/>
                  </a:lnTo>
                  <a:lnTo>
                    <a:pt x="298286" y="2054808"/>
                  </a:lnTo>
                  <a:lnTo>
                    <a:pt x="343077" y="2057755"/>
                  </a:lnTo>
                  <a:lnTo>
                    <a:pt x="4869357" y="2057755"/>
                  </a:lnTo>
                  <a:lnTo>
                    <a:pt x="4914369" y="2054808"/>
                  </a:lnTo>
                  <a:lnTo>
                    <a:pt x="4958332" y="2046057"/>
                  </a:lnTo>
                  <a:lnTo>
                    <a:pt x="5000740" y="2031636"/>
                  </a:lnTo>
                  <a:lnTo>
                    <a:pt x="5041087" y="2011679"/>
                  </a:lnTo>
                  <a:lnTo>
                    <a:pt x="5078481" y="1986631"/>
                  </a:lnTo>
                  <a:lnTo>
                    <a:pt x="5112096" y="1957093"/>
                  </a:lnTo>
                  <a:lnTo>
                    <a:pt x="5141524" y="1923438"/>
                  </a:lnTo>
                  <a:lnTo>
                    <a:pt x="5166359" y="1886038"/>
                  </a:lnTo>
                  <a:lnTo>
                    <a:pt x="5186318" y="1845697"/>
                  </a:lnTo>
                  <a:lnTo>
                    <a:pt x="5200637" y="1803641"/>
                  </a:lnTo>
                  <a:lnTo>
                    <a:pt x="5200743" y="1803330"/>
                  </a:lnTo>
                  <a:lnTo>
                    <a:pt x="5209458" y="1759682"/>
                  </a:lnTo>
                  <a:lnTo>
                    <a:pt x="5209499" y="1759476"/>
                  </a:lnTo>
                  <a:lnTo>
                    <a:pt x="5212448" y="1714677"/>
                  </a:lnTo>
                  <a:lnTo>
                    <a:pt x="5212424" y="343077"/>
                  </a:lnTo>
                  <a:lnTo>
                    <a:pt x="5209499" y="298428"/>
                  </a:lnTo>
                  <a:lnTo>
                    <a:pt x="5200743" y="254469"/>
                  </a:lnTo>
                  <a:lnTo>
                    <a:pt x="5186318" y="212063"/>
                  </a:lnTo>
                  <a:lnTo>
                    <a:pt x="5166359" y="171716"/>
                  </a:lnTo>
                  <a:lnTo>
                    <a:pt x="5141313" y="134322"/>
                  </a:lnTo>
                  <a:lnTo>
                    <a:pt x="5111778" y="100706"/>
                  </a:lnTo>
                  <a:lnTo>
                    <a:pt x="5078123" y="71273"/>
                  </a:lnTo>
                  <a:lnTo>
                    <a:pt x="5040718" y="46431"/>
                  </a:lnTo>
                  <a:lnTo>
                    <a:pt x="5000377" y="26474"/>
                  </a:lnTo>
                  <a:lnTo>
                    <a:pt x="4958010" y="12053"/>
                  </a:lnTo>
                  <a:lnTo>
                    <a:pt x="4914156" y="3302"/>
                  </a:lnTo>
                  <a:lnTo>
                    <a:pt x="4869357" y="355"/>
                  </a:lnTo>
                  <a:lnTo>
                    <a:pt x="3434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17196" y="1416964"/>
              <a:ext cx="5212715" cy="2058035"/>
            </a:xfrm>
            <a:custGeom>
              <a:avLst/>
              <a:gdLst/>
              <a:ahLst/>
              <a:cxnLst/>
              <a:rect l="l" t="t" r="r" b="b"/>
              <a:pathLst>
                <a:path w="5212715" h="2058035">
                  <a:moveTo>
                    <a:pt x="368" y="343077"/>
                  </a:moveTo>
                  <a:lnTo>
                    <a:pt x="3315" y="298278"/>
                  </a:lnTo>
                  <a:lnTo>
                    <a:pt x="12066" y="254425"/>
                  </a:lnTo>
                  <a:lnTo>
                    <a:pt x="26487" y="212057"/>
                  </a:lnTo>
                  <a:lnTo>
                    <a:pt x="46443" y="171716"/>
                  </a:lnTo>
                  <a:lnTo>
                    <a:pt x="71284" y="134316"/>
                  </a:lnTo>
                  <a:lnTo>
                    <a:pt x="100714" y="100661"/>
                  </a:lnTo>
                  <a:lnTo>
                    <a:pt x="134329" y="71123"/>
                  </a:lnTo>
                  <a:lnTo>
                    <a:pt x="171729" y="46075"/>
                  </a:lnTo>
                  <a:lnTo>
                    <a:pt x="212076" y="26119"/>
                  </a:lnTo>
                  <a:lnTo>
                    <a:pt x="254482" y="11698"/>
                  </a:lnTo>
                  <a:lnTo>
                    <a:pt x="298441" y="2946"/>
                  </a:lnTo>
                  <a:lnTo>
                    <a:pt x="343446" y="0"/>
                  </a:lnTo>
                  <a:lnTo>
                    <a:pt x="4869357" y="355"/>
                  </a:lnTo>
                  <a:lnTo>
                    <a:pt x="4914156" y="3302"/>
                  </a:lnTo>
                  <a:lnTo>
                    <a:pt x="4958010" y="12053"/>
                  </a:lnTo>
                  <a:lnTo>
                    <a:pt x="5000377" y="26474"/>
                  </a:lnTo>
                  <a:lnTo>
                    <a:pt x="5040718" y="46431"/>
                  </a:lnTo>
                  <a:lnTo>
                    <a:pt x="5078123" y="71273"/>
                  </a:lnTo>
                  <a:lnTo>
                    <a:pt x="5111778" y="100706"/>
                  </a:lnTo>
                  <a:lnTo>
                    <a:pt x="5141313" y="134322"/>
                  </a:lnTo>
                  <a:lnTo>
                    <a:pt x="5166359" y="171716"/>
                  </a:lnTo>
                  <a:lnTo>
                    <a:pt x="5186318" y="212063"/>
                  </a:lnTo>
                  <a:lnTo>
                    <a:pt x="5200743" y="254469"/>
                  </a:lnTo>
                  <a:lnTo>
                    <a:pt x="5209499" y="298428"/>
                  </a:lnTo>
                  <a:lnTo>
                    <a:pt x="5212448" y="343433"/>
                  </a:lnTo>
                  <a:lnTo>
                    <a:pt x="5212448" y="1714677"/>
                  </a:lnTo>
                  <a:lnTo>
                    <a:pt x="5209499" y="1759476"/>
                  </a:lnTo>
                  <a:lnTo>
                    <a:pt x="5200743" y="1803330"/>
                  </a:lnTo>
                  <a:lnTo>
                    <a:pt x="5186318" y="1845697"/>
                  </a:lnTo>
                  <a:lnTo>
                    <a:pt x="5166359" y="1886038"/>
                  </a:lnTo>
                  <a:lnTo>
                    <a:pt x="5141524" y="1923438"/>
                  </a:lnTo>
                  <a:lnTo>
                    <a:pt x="5112096" y="1957093"/>
                  </a:lnTo>
                  <a:lnTo>
                    <a:pt x="5078481" y="1986631"/>
                  </a:lnTo>
                  <a:lnTo>
                    <a:pt x="5041087" y="2011679"/>
                  </a:lnTo>
                  <a:lnTo>
                    <a:pt x="5000740" y="2031636"/>
                  </a:lnTo>
                  <a:lnTo>
                    <a:pt x="4958332" y="2046057"/>
                  </a:lnTo>
                  <a:lnTo>
                    <a:pt x="4914369" y="2054808"/>
                  </a:lnTo>
                  <a:lnTo>
                    <a:pt x="4869357" y="2057755"/>
                  </a:lnTo>
                  <a:lnTo>
                    <a:pt x="343077" y="2057755"/>
                  </a:lnTo>
                  <a:lnTo>
                    <a:pt x="298286" y="2054808"/>
                  </a:lnTo>
                  <a:lnTo>
                    <a:pt x="254436" y="2046057"/>
                  </a:lnTo>
                  <a:lnTo>
                    <a:pt x="212070" y="2031636"/>
                  </a:lnTo>
                  <a:lnTo>
                    <a:pt x="171729" y="2011679"/>
                  </a:lnTo>
                  <a:lnTo>
                    <a:pt x="134324" y="1986837"/>
                  </a:lnTo>
                  <a:lnTo>
                    <a:pt x="100669" y="1957404"/>
                  </a:lnTo>
                  <a:lnTo>
                    <a:pt x="71134" y="1923788"/>
                  </a:lnTo>
                  <a:lnTo>
                    <a:pt x="46088" y="1886394"/>
                  </a:lnTo>
                  <a:lnTo>
                    <a:pt x="26130" y="1846047"/>
                  </a:lnTo>
                  <a:lnTo>
                    <a:pt x="11704" y="1803641"/>
                  </a:lnTo>
                  <a:lnTo>
                    <a:pt x="2948" y="1759682"/>
                  </a:lnTo>
                  <a:lnTo>
                    <a:pt x="0" y="1714677"/>
                  </a:lnTo>
                  <a:lnTo>
                    <a:pt x="368" y="343077"/>
                  </a:lnTo>
                  <a:close/>
                </a:path>
              </a:pathLst>
            </a:custGeom>
            <a:ln w="9359">
              <a:solidFill>
                <a:srgbClr val="DDE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2924" y="1395704"/>
              <a:ext cx="152996" cy="214596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17564" y="1417320"/>
              <a:ext cx="64135" cy="2057400"/>
            </a:xfrm>
            <a:custGeom>
              <a:avLst/>
              <a:gdLst/>
              <a:ahLst/>
              <a:cxnLst/>
              <a:rect l="l" t="t" r="r" b="b"/>
              <a:pathLst>
                <a:path w="64135" h="2057400">
                  <a:moveTo>
                    <a:pt x="63715" y="0"/>
                  </a:moveTo>
                  <a:lnTo>
                    <a:pt x="0" y="0"/>
                  </a:lnTo>
                  <a:lnTo>
                    <a:pt x="0" y="2057044"/>
                  </a:lnTo>
                  <a:lnTo>
                    <a:pt x="32029" y="2057044"/>
                  </a:lnTo>
                  <a:lnTo>
                    <a:pt x="63715" y="205704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3668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17564" y="1417320"/>
              <a:ext cx="64135" cy="2057400"/>
            </a:xfrm>
            <a:custGeom>
              <a:avLst/>
              <a:gdLst/>
              <a:ahLst/>
              <a:cxnLst/>
              <a:rect l="l" t="t" r="r" b="b"/>
              <a:pathLst>
                <a:path w="64135" h="2057400">
                  <a:moveTo>
                    <a:pt x="32029" y="2057044"/>
                  </a:moveTo>
                  <a:lnTo>
                    <a:pt x="0" y="205704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2057044"/>
                  </a:lnTo>
                  <a:lnTo>
                    <a:pt x="32029" y="2057044"/>
                  </a:lnTo>
                  <a:close/>
                </a:path>
              </a:pathLst>
            </a:custGeom>
            <a:ln w="9359">
              <a:solidFill>
                <a:srgbClr val="3668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436111" y="1598633"/>
            <a:ext cx="4207510" cy="1694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80" dirty="0">
                <a:solidFill>
                  <a:srgbClr val="122A49"/>
                </a:solidFill>
                <a:latin typeface="Arial Black"/>
                <a:cs typeface="Arial Black"/>
              </a:rPr>
              <a:t>Future</a:t>
            </a:r>
            <a:r>
              <a:rPr sz="1600" spc="-85" dirty="0">
                <a:solidFill>
                  <a:srgbClr val="122A49"/>
                </a:solidFill>
                <a:latin typeface="Arial Black"/>
                <a:cs typeface="Arial Black"/>
              </a:rPr>
              <a:t> </a:t>
            </a:r>
            <a:r>
              <a:rPr sz="1600" spc="-20" dirty="0">
                <a:solidFill>
                  <a:srgbClr val="122A49"/>
                </a:solidFill>
                <a:latin typeface="Arial Black"/>
                <a:cs typeface="Arial Black"/>
              </a:rPr>
              <a:t>work</a:t>
            </a:r>
            <a:endParaRPr sz="1600" dirty="0">
              <a:latin typeface="Arial Black"/>
              <a:cs typeface="Arial Black"/>
            </a:endParaRPr>
          </a:p>
          <a:p>
            <a:pPr marL="116839" indent="-104139">
              <a:lnSpc>
                <a:spcPct val="100000"/>
              </a:lnSpc>
              <a:spcBef>
                <a:spcPts val="1395"/>
              </a:spcBef>
              <a:buChar char="•"/>
              <a:tabLst>
                <a:tab pos="116839" algn="l"/>
              </a:tabLst>
            </a:pP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Finish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backend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persistence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workflow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integration</a:t>
            </a:r>
            <a:endParaRPr sz="1300" dirty="0">
              <a:latin typeface="Noto Sans"/>
              <a:cs typeface="Noto Sans"/>
            </a:endParaRPr>
          </a:p>
          <a:p>
            <a:pPr marL="116839" indent="-104139">
              <a:lnSpc>
                <a:spcPct val="100000"/>
              </a:lnSpc>
              <a:spcBef>
                <a:spcPts val="500"/>
              </a:spcBef>
              <a:buChar char="•"/>
              <a:tabLst>
                <a:tab pos="116839" algn="l"/>
              </a:tabLst>
            </a:pP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Complete</a:t>
            </a:r>
            <a:r>
              <a:rPr sz="1300" spc="-4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React</a:t>
            </a:r>
            <a:r>
              <a:rPr sz="13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Native</a:t>
            </a:r>
            <a:r>
              <a:rPr sz="1300" spc="-4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application</a:t>
            </a:r>
            <a:endParaRPr sz="1300" dirty="0">
              <a:latin typeface="Noto Sans"/>
              <a:cs typeface="Noto Sans"/>
            </a:endParaRPr>
          </a:p>
          <a:p>
            <a:pPr marL="116839" indent="-104139">
              <a:lnSpc>
                <a:spcPct val="100000"/>
              </a:lnSpc>
              <a:spcBef>
                <a:spcPts val="500"/>
              </a:spcBef>
              <a:buChar char="•"/>
              <a:tabLst>
                <a:tab pos="116839" algn="l"/>
              </a:tabLst>
            </a:pP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Validate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nursing,</a:t>
            </a:r>
            <a:r>
              <a:rPr sz="13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appointments</a:t>
            </a:r>
            <a:r>
              <a:rPr sz="1300" spc="-1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notifications</a:t>
            </a:r>
            <a:endParaRPr sz="1300" dirty="0">
              <a:latin typeface="Noto Sans"/>
              <a:cs typeface="Noto Sans"/>
            </a:endParaRPr>
          </a:p>
          <a:p>
            <a:pPr marL="116839" indent="-104139">
              <a:lnSpc>
                <a:spcPct val="100000"/>
              </a:lnSpc>
              <a:spcBef>
                <a:spcPts val="505"/>
              </a:spcBef>
              <a:buChar char="•"/>
              <a:tabLst>
                <a:tab pos="116839" algn="l"/>
              </a:tabLst>
            </a:pP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Integrate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sensors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/</a:t>
            </a:r>
            <a:r>
              <a:rPr sz="1300" spc="-3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CSI</a:t>
            </a:r>
            <a:r>
              <a:rPr sz="1300" spc="-3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acquisition</a:t>
            </a:r>
            <a:endParaRPr sz="1300" dirty="0">
              <a:latin typeface="Noto Sans"/>
              <a:cs typeface="Noto Sans"/>
            </a:endParaRPr>
          </a:p>
          <a:p>
            <a:pPr marL="116839" indent="-104139">
              <a:lnSpc>
                <a:spcPct val="100000"/>
              </a:lnSpc>
              <a:spcBef>
                <a:spcPts val="500"/>
              </a:spcBef>
              <a:buChar char="•"/>
              <a:tabLst>
                <a:tab pos="116839" algn="l"/>
              </a:tabLst>
            </a:pP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Train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and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evaluate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ML</a:t>
            </a:r>
            <a:r>
              <a:rPr sz="1300" spc="-25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dirty="0">
                <a:solidFill>
                  <a:srgbClr val="2C3A48"/>
                </a:solidFill>
                <a:latin typeface="Noto Sans"/>
                <a:cs typeface="Noto Sans"/>
              </a:rPr>
              <a:t>anomaly</a:t>
            </a:r>
            <a:r>
              <a:rPr sz="1300" spc="-20" dirty="0">
                <a:solidFill>
                  <a:srgbClr val="2C3A48"/>
                </a:solidFill>
                <a:latin typeface="Noto Sans"/>
                <a:cs typeface="Noto Sans"/>
              </a:rPr>
              <a:t> </a:t>
            </a:r>
            <a:r>
              <a:rPr sz="1300" spc="-10" dirty="0">
                <a:solidFill>
                  <a:srgbClr val="2C3A48"/>
                </a:solidFill>
                <a:latin typeface="Noto Sans"/>
                <a:cs typeface="Noto Sans"/>
              </a:rPr>
              <a:t>models</a:t>
            </a:r>
            <a:endParaRPr sz="1300" dirty="0">
              <a:latin typeface="Noto Sans"/>
              <a:cs typeface="Noto Sa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23023" y="4038015"/>
            <a:ext cx="10196830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700" spc="-140" dirty="0">
                <a:solidFill>
                  <a:srgbClr val="FFFFFF"/>
                </a:solidFill>
                <a:latin typeface="Arial Black"/>
                <a:cs typeface="Arial Black"/>
              </a:rPr>
              <a:t>MedTrace</a:t>
            </a:r>
            <a:r>
              <a:rPr sz="17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14" dirty="0">
                <a:solidFill>
                  <a:srgbClr val="FFFFFF"/>
                </a:solidFill>
                <a:latin typeface="Arial Black"/>
                <a:cs typeface="Arial Black"/>
              </a:rPr>
              <a:t>combines</a:t>
            </a:r>
            <a:r>
              <a:rPr sz="17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95" dirty="0">
                <a:solidFill>
                  <a:srgbClr val="FFFFFF"/>
                </a:solidFill>
                <a:latin typeface="Arial Black"/>
                <a:cs typeface="Arial Black"/>
              </a:rPr>
              <a:t>healthcare</a:t>
            </a:r>
            <a:r>
              <a:rPr sz="17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95" dirty="0">
                <a:solidFill>
                  <a:srgbClr val="FFFFFF"/>
                </a:solidFill>
                <a:latin typeface="Arial Black"/>
                <a:cs typeface="Arial Black"/>
              </a:rPr>
              <a:t>software</a:t>
            </a:r>
            <a:r>
              <a:rPr sz="17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70" dirty="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sz="17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85" dirty="0">
                <a:solidFill>
                  <a:srgbClr val="FFFFFF"/>
                </a:solidFill>
                <a:latin typeface="Arial Black"/>
                <a:cs typeface="Arial Black"/>
              </a:rPr>
              <a:t>AI-</a:t>
            </a:r>
            <a:r>
              <a:rPr sz="1700" spc="-114" dirty="0">
                <a:solidFill>
                  <a:srgbClr val="FFFFFF"/>
                </a:solidFill>
                <a:latin typeface="Arial Black"/>
                <a:cs typeface="Arial Black"/>
              </a:rPr>
              <a:t>assisted</a:t>
            </a:r>
            <a:r>
              <a:rPr sz="17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55" dirty="0">
                <a:solidFill>
                  <a:srgbClr val="FFFFFF"/>
                </a:solidFill>
                <a:latin typeface="Arial Black"/>
                <a:cs typeface="Arial Black"/>
              </a:rPr>
              <a:t>report</a:t>
            </a:r>
            <a:r>
              <a:rPr sz="17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90" dirty="0">
                <a:solidFill>
                  <a:srgbClr val="FFFFFF"/>
                </a:solidFill>
                <a:latin typeface="Arial Black"/>
                <a:cs typeface="Arial Black"/>
              </a:rPr>
              <a:t>intelligence</a:t>
            </a:r>
            <a:r>
              <a:rPr sz="17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70" dirty="0">
                <a:solidFill>
                  <a:srgbClr val="FFFFFF"/>
                </a:solidFill>
                <a:latin typeface="Arial Black"/>
                <a:cs typeface="Arial Black"/>
              </a:rPr>
              <a:t>with</a:t>
            </a:r>
            <a:r>
              <a:rPr sz="1700" spc="-8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20" dirty="0">
                <a:solidFill>
                  <a:srgbClr val="FFFFFF"/>
                </a:solidFill>
                <a:latin typeface="Arial Black"/>
                <a:cs typeface="Arial Black"/>
              </a:rPr>
              <a:t>research</a:t>
            </a:r>
            <a:r>
              <a:rPr sz="1700" spc="-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Arial Black"/>
                <a:cs typeface="Arial Black"/>
              </a:rPr>
              <a:t>into </a:t>
            </a:r>
            <a:r>
              <a:rPr sz="1700" spc="-130" dirty="0">
                <a:solidFill>
                  <a:srgbClr val="FFFFFF"/>
                </a:solidFill>
                <a:latin typeface="Arial Black"/>
                <a:cs typeface="Arial Black"/>
              </a:rPr>
              <a:t>contactless</a:t>
            </a:r>
            <a:r>
              <a:rPr sz="17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65" dirty="0">
                <a:solidFill>
                  <a:srgbClr val="FFFFFF"/>
                </a:solidFill>
                <a:latin typeface="Arial Black"/>
                <a:cs typeface="Arial Black"/>
              </a:rPr>
              <a:t>patient</a:t>
            </a:r>
            <a:r>
              <a:rPr sz="17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Black"/>
                <a:cs typeface="Arial Black"/>
              </a:rPr>
              <a:t>observation.</a:t>
            </a:r>
            <a:endParaRPr sz="1700" dirty="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700" dirty="0">
              <a:latin typeface="Arial Black"/>
              <a:cs typeface="Arial Black"/>
            </a:endParaRPr>
          </a:p>
          <a:p>
            <a:pPr marL="15240" algn="ctr">
              <a:lnSpc>
                <a:spcPct val="100000"/>
              </a:lnSpc>
            </a:pPr>
            <a:r>
              <a:rPr sz="1300" spc="-65" dirty="0">
                <a:solidFill>
                  <a:srgbClr val="96DBD4"/>
                </a:solidFill>
                <a:latin typeface="Arial Black"/>
                <a:cs typeface="Arial Black"/>
              </a:rPr>
              <a:t>AI</a:t>
            </a:r>
            <a:r>
              <a:rPr sz="1300" spc="-60" dirty="0">
                <a:solidFill>
                  <a:srgbClr val="96DBD4"/>
                </a:solidFill>
                <a:latin typeface="Arial Black"/>
                <a:cs typeface="Arial Black"/>
              </a:rPr>
              <a:t> </a:t>
            </a:r>
            <a:r>
              <a:rPr sz="1300" spc="-50" dirty="0">
                <a:solidFill>
                  <a:srgbClr val="96DBD4"/>
                </a:solidFill>
                <a:latin typeface="Arial Black"/>
                <a:cs typeface="Arial Black"/>
              </a:rPr>
              <a:t>outputs</a:t>
            </a:r>
            <a:r>
              <a:rPr sz="1300" spc="-55" dirty="0">
                <a:solidFill>
                  <a:srgbClr val="96DBD4"/>
                </a:solidFill>
                <a:latin typeface="Arial Black"/>
                <a:cs typeface="Arial Black"/>
              </a:rPr>
              <a:t> </a:t>
            </a:r>
            <a:r>
              <a:rPr sz="1300" spc="-70" dirty="0">
                <a:solidFill>
                  <a:srgbClr val="96DBD4"/>
                </a:solidFill>
                <a:latin typeface="Arial Black"/>
                <a:cs typeface="Arial Black"/>
              </a:rPr>
              <a:t>are</a:t>
            </a:r>
            <a:r>
              <a:rPr sz="1300" spc="-60" dirty="0">
                <a:solidFill>
                  <a:srgbClr val="96DBD4"/>
                </a:solidFill>
                <a:latin typeface="Arial Black"/>
                <a:cs typeface="Arial Black"/>
              </a:rPr>
              <a:t> </a:t>
            </a:r>
            <a:r>
              <a:rPr sz="1300" spc="-90" dirty="0">
                <a:solidFill>
                  <a:srgbClr val="96DBD4"/>
                </a:solidFill>
                <a:latin typeface="Arial Black"/>
                <a:cs typeface="Arial Black"/>
              </a:rPr>
              <a:t>decision</a:t>
            </a:r>
            <a:r>
              <a:rPr sz="1300" spc="-60" dirty="0">
                <a:solidFill>
                  <a:srgbClr val="96DBD4"/>
                </a:solidFill>
                <a:latin typeface="Arial Black"/>
                <a:cs typeface="Arial Black"/>
              </a:rPr>
              <a:t> </a:t>
            </a:r>
            <a:r>
              <a:rPr sz="1300" spc="-55" dirty="0">
                <a:solidFill>
                  <a:srgbClr val="96DBD4"/>
                </a:solidFill>
                <a:latin typeface="Arial Black"/>
                <a:cs typeface="Arial Black"/>
              </a:rPr>
              <a:t>support. </a:t>
            </a:r>
            <a:r>
              <a:rPr sz="1300" spc="-105" dirty="0">
                <a:solidFill>
                  <a:srgbClr val="96DBD4"/>
                </a:solidFill>
                <a:latin typeface="Arial Black"/>
                <a:cs typeface="Arial Black"/>
              </a:rPr>
              <a:t>Contactless</a:t>
            </a:r>
            <a:r>
              <a:rPr sz="1300" spc="-60" dirty="0">
                <a:solidFill>
                  <a:srgbClr val="96DBD4"/>
                </a:solidFill>
                <a:latin typeface="Arial Black"/>
                <a:cs typeface="Arial Black"/>
              </a:rPr>
              <a:t> </a:t>
            </a:r>
            <a:r>
              <a:rPr sz="1300" spc="-85" dirty="0">
                <a:solidFill>
                  <a:srgbClr val="96DBD4"/>
                </a:solidFill>
                <a:latin typeface="Arial Black"/>
                <a:cs typeface="Arial Black"/>
              </a:rPr>
              <a:t>sensing</a:t>
            </a:r>
            <a:r>
              <a:rPr sz="1300" spc="-60" dirty="0">
                <a:solidFill>
                  <a:srgbClr val="96DBD4"/>
                </a:solidFill>
                <a:latin typeface="Arial Black"/>
                <a:cs typeface="Arial Black"/>
              </a:rPr>
              <a:t> </a:t>
            </a:r>
            <a:r>
              <a:rPr sz="1300" spc="-70" dirty="0">
                <a:solidFill>
                  <a:srgbClr val="96DBD4"/>
                </a:solidFill>
                <a:latin typeface="Arial Black"/>
                <a:cs typeface="Arial Black"/>
              </a:rPr>
              <a:t>remains</a:t>
            </a:r>
            <a:r>
              <a:rPr sz="1300" spc="-60" dirty="0">
                <a:solidFill>
                  <a:srgbClr val="96DBD4"/>
                </a:solidFill>
                <a:latin typeface="Arial Black"/>
                <a:cs typeface="Arial Black"/>
              </a:rPr>
              <a:t> </a:t>
            </a:r>
            <a:r>
              <a:rPr sz="1300" spc="-95" dirty="0">
                <a:solidFill>
                  <a:srgbClr val="96DBD4"/>
                </a:solidFill>
                <a:latin typeface="Arial Black"/>
                <a:cs typeface="Arial Black"/>
              </a:rPr>
              <a:t>research</a:t>
            </a:r>
            <a:r>
              <a:rPr sz="1300" spc="-60" dirty="0">
                <a:solidFill>
                  <a:srgbClr val="96DBD4"/>
                </a:solidFill>
                <a:latin typeface="Arial Black"/>
                <a:cs typeface="Arial Black"/>
              </a:rPr>
              <a:t> </a:t>
            </a:r>
            <a:r>
              <a:rPr sz="1300" spc="-35" dirty="0">
                <a:solidFill>
                  <a:srgbClr val="96DBD4"/>
                </a:solidFill>
                <a:latin typeface="Arial Black"/>
                <a:cs typeface="Arial Black"/>
              </a:rPr>
              <a:t>until</a:t>
            </a:r>
            <a:r>
              <a:rPr sz="1300" spc="-60" dirty="0">
                <a:solidFill>
                  <a:srgbClr val="96DBD4"/>
                </a:solidFill>
                <a:latin typeface="Arial Black"/>
                <a:cs typeface="Arial Black"/>
              </a:rPr>
              <a:t> </a:t>
            </a:r>
            <a:r>
              <a:rPr sz="1300" spc="-55" dirty="0">
                <a:solidFill>
                  <a:srgbClr val="96DBD4"/>
                </a:solidFill>
                <a:latin typeface="Arial Black"/>
                <a:cs typeface="Arial Black"/>
              </a:rPr>
              <a:t>independently </a:t>
            </a:r>
            <a:r>
              <a:rPr sz="1300" spc="-10" dirty="0">
                <a:solidFill>
                  <a:srgbClr val="96DBD4"/>
                </a:solidFill>
                <a:latin typeface="Arial Black"/>
                <a:cs typeface="Arial Black"/>
              </a:rPr>
              <a:t>validated.</a:t>
            </a:r>
            <a:endParaRPr sz="1300" dirty="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18381" y="6095060"/>
            <a:ext cx="372237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1600" spc="-100" dirty="0">
                <a:solidFill>
                  <a:srgbClr val="FFFFFF"/>
                </a:solidFill>
                <a:latin typeface="Arial Black"/>
                <a:cs typeface="Arial Black"/>
              </a:rPr>
              <a:t>Thank</a:t>
            </a:r>
            <a:r>
              <a:rPr sz="1600" spc="-1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600" dirty="0">
                <a:solidFill>
                  <a:srgbClr val="FFFFFF"/>
                </a:solidFill>
                <a:latin typeface="Arial Black"/>
                <a:cs typeface="Arial Black"/>
              </a:rPr>
              <a:t>you</a:t>
            </a:r>
            <a:r>
              <a:rPr sz="1600" spc="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endParaRPr sz="1600" dirty="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396065" y="6548666"/>
            <a:ext cx="1562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0" dirty="0">
                <a:solidFill>
                  <a:srgbClr val="96DBD4"/>
                </a:solidFill>
                <a:latin typeface="Arial Black"/>
                <a:cs typeface="Arial Black"/>
              </a:rPr>
              <a:t>15</a:t>
            </a:r>
            <a:endParaRPr sz="9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Words>1339</Words>
  <Application>Microsoft Office PowerPoint</Application>
  <PresentationFormat>Widescreen</PresentationFormat>
  <Paragraphs>317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 Black</vt:lpstr>
      <vt:lpstr>Arial Narrow</vt:lpstr>
      <vt:lpstr>Calibri</vt:lpstr>
      <vt:lpstr>Noto Sans</vt:lpstr>
      <vt:lpstr>Times New Roman</vt:lpstr>
      <vt:lpstr>Office Theme</vt:lpstr>
      <vt:lpstr>MedTrace</vt:lpstr>
      <vt:lpstr>Project Overview</vt:lpstr>
      <vt:lpstr>Problem Statement</vt:lpstr>
      <vt:lpstr>Project Objectives</vt:lpstr>
      <vt:lpstr>Existing Approach vs MedTrace</vt:lpstr>
      <vt:lpstr>User Roles &amp; Access Boundaries</vt:lpstr>
      <vt:lpstr>System Architecture &amp; Technology Stack</vt:lpstr>
      <vt:lpstr>Core Functional Modules</vt:lpstr>
      <vt:lpstr>AI-Assisted Medical Report Analysis</vt:lpstr>
      <vt:lpstr>Patient, Doctor &amp; Caretaker Workflows</vt:lpstr>
      <vt:lpstr>Hospital Administration &amp; Nursing Operations</vt:lpstr>
      <vt:lpstr>AI-Assisted Clinical Intelligence &amp; Contactless Monitoring</vt:lpstr>
      <vt:lpstr>Testing &amp; Validation</vt:lpstr>
      <vt:lpstr>Deployment &amp; Runtime Architecture</vt:lpstr>
      <vt:lpstr>Conclusion &amp;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MedTrace — AI-Based Clinical Intelligence &amp;amp; Contactless Patient Monitoring System</dc:title>
  <dc:subject>MCA final-year project presentation</dc:subject>
  <dc:creator>OpenAI</dc:creator>
  <cp:lastModifiedBy>Abin Thomas</cp:lastModifiedBy>
  <cp:revision>3</cp:revision>
  <dcterms:created xsi:type="dcterms:W3CDTF">2026-10-22T18:34:04Z</dcterms:created>
  <dcterms:modified xsi:type="dcterms:W3CDTF">2026-10-23T04:54:48Z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2013-01-27T00:00:00Z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25.2.3.2 (X86_64) / LibreOffice Community</vt:lpwstr>
  </property>
  <property fmtid="{D5CDD505-2E9C-101B-9397-08002B2CF9AE}" pid="6" name="LastSaved">
    <vt:filetime>2013-01-27T00:00:00Z</vt:filetime>
  </property>
</Properties>
</file>